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sldIdLst>
    <p:sldId id="259" r:id="rId2"/>
  </p:sldIdLst>
  <p:sldSz cx="8412163" cy="46640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DB9"/>
    <a:srgbClr val="FFF8E5"/>
    <a:srgbClr val="F9A9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219" autoAdjust="0"/>
    <p:restoredTop sz="94660"/>
  </p:normalViewPr>
  <p:slideViewPr>
    <p:cSldViewPr snapToGrid="0">
      <p:cViewPr varScale="1">
        <p:scale>
          <a:sx n="157" d="100"/>
          <a:sy n="157" d="100"/>
        </p:scale>
        <p:origin x="2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21" y="763311"/>
            <a:ext cx="6309122" cy="1623789"/>
          </a:xfrm>
        </p:spPr>
        <p:txBody>
          <a:bodyPr anchor="b"/>
          <a:lstStyle>
            <a:lvl1pPr algn="ctr">
              <a:defRPr sz="408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51521" y="2449720"/>
            <a:ext cx="6309122" cy="1126071"/>
          </a:xfrm>
        </p:spPr>
        <p:txBody>
          <a:bodyPr/>
          <a:lstStyle>
            <a:lvl1pPr marL="0" indent="0" algn="ctr">
              <a:buNone/>
              <a:defRPr sz="1632"/>
            </a:lvl1pPr>
            <a:lvl2pPr marL="310942" indent="0" algn="ctr">
              <a:buNone/>
              <a:defRPr sz="1360"/>
            </a:lvl2pPr>
            <a:lvl3pPr marL="621883" indent="0" algn="ctr">
              <a:buNone/>
              <a:defRPr sz="1224"/>
            </a:lvl3pPr>
            <a:lvl4pPr marL="932825" indent="0" algn="ctr">
              <a:buNone/>
              <a:defRPr sz="1088"/>
            </a:lvl4pPr>
            <a:lvl5pPr marL="1243767" indent="0" algn="ctr">
              <a:buNone/>
              <a:defRPr sz="1088"/>
            </a:lvl5pPr>
            <a:lvl6pPr marL="1554709" indent="0" algn="ctr">
              <a:buNone/>
              <a:defRPr sz="1088"/>
            </a:lvl6pPr>
            <a:lvl7pPr marL="1865650" indent="0" algn="ctr">
              <a:buNone/>
              <a:defRPr sz="1088"/>
            </a:lvl7pPr>
            <a:lvl8pPr marL="2176592" indent="0" algn="ctr">
              <a:buNone/>
              <a:defRPr sz="1088"/>
            </a:lvl8pPr>
            <a:lvl9pPr marL="2487534" indent="0" algn="ctr">
              <a:buNone/>
              <a:defRPr sz="108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52880-144C-41C9-A5D5-549A52E0B454}" type="datetimeFigureOut">
              <a:rPr lang="en-US" smtClean="0"/>
              <a:t>9/20/2020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ACB2A-AA3C-44A4-80E9-97107AB379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7863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52880-144C-41C9-A5D5-549A52E0B454}" type="datetimeFigureOut">
              <a:rPr lang="en-US" smtClean="0"/>
              <a:t>9/20/2020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ACB2A-AA3C-44A4-80E9-97107AB379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53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955" y="1162781"/>
            <a:ext cx="7255491" cy="1940125"/>
          </a:xfrm>
        </p:spPr>
        <p:txBody>
          <a:bodyPr anchor="b"/>
          <a:lstStyle>
            <a:lvl1pPr>
              <a:defRPr sz="408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3955" y="3121260"/>
            <a:ext cx="7255491" cy="1020266"/>
          </a:xfrm>
        </p:spPr>
        <p:txBody>
          <a:bodyPr/>
          <a:lstStyle>
            <a:lvl1pPr marL="0" indent="0">
              <a:buNone/>
              <a:defRPr sz="1632">
                <a:solidFill>
                  <a:schemeClr val="tx1">
                    <a:tint val="75000"/>
                  </a:schemeClr>
                </a:solidFill>
              </a:defRPr>
            </a:lvl1pPr>
            <a:lvl2pPr marL="310942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2pPr>
            <a:lvl3pPr marL="621883" indent="0">
              <a:buNone/>
              <a:defRPr sz="1224">
                <a:solidFill>
                  <a:schemeClr val="tx1">
                    <a:tint val="75000"/>
                  </a:schemeClr>
                </a:solidFill>
              </a:defRPr>
            </a:lvl3pPr>
            <a:lvl4pPr marL="932825" indent="0">
              <a:buNone/>
              <a:defRPr sz="1088">
                <a:solidFill>
                  <a:schemeClr val="tx1">
                    <a:tint val="75000"/>
                  </a:schemeClr>
                </a:solidFill>
              </a:defRPr>
            </a:lvl4pPr>
            <a:lvl5pPr marL="1243767" indent="0">
              <a:buNone/>
              <a:defRPr sz="1088">
                <a:solidFill>
                  <a:schemeClr val="tx1">
                    <a:tint val="75000"/>
                  </a:schemeClr>
                </a:solidFill>
              </a:defRPr>
            </a:lvl5pPr>
            <a:lvl6pPr marL="1554709" indent="0">
              <a:buNone/>
              <a:defRPr sz="1088">
                <a:solidFill>
                  <a:schemeClr val="tx1">
                    <a:tint val="75000"/>
                  </a:schemeClr>
                </a:solidFill>
              </a:defRPr>
            </a:lvl6pPr>
            <a:lvl7pPr marL="1865650" indent="0">
              <a:buNone/>
              <a:defRPr sz="1088">
                <a:solidFill>
                  <a:schemeClr val="tx1">
                    <a:tint val="75000"/>
                  </a:schemeClr>
                </a:solidFill>
              </a:defRPr>
            </a:lvl7pPr>
            <a:lvl8pPr marL="2176592" indent="0">
              <a:buNone/>
              <a:defRPr sz="1088">
                <a:solidFill>
                  <a:schemeClr val="tx1">
                    <a:tint val="75000"/>
                  </a:schemeClr>
                </a:solidFill>
              </a:defRPr>
            </a:lvl8pPr>
            <a:lvl9pPr marL="2487534" indent="0">
              <a:buNone/>
              <a:defRPr sz="108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52880-144C-41C9-A5D5-549A52E0B454}" type="datetimeFigureOut">
              <a:rPr lang="en-US" smtClean="0"/>
              <a:t>9/20/2020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ACB2A-AA3C-44A4-80E9-97107AB379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586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8336" y="1241594"/>
            <a:ext cx="3575169" cy="295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58658" y="1241594"/>
            <a:ext cx="3575169" cy="295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52880-144C-41C9-A5D5-549A52E0B454}" type="datetimeFigureOut">
              <a:rPr lang="en-US" smtClean="0"/>
              <a:t>9/20/2020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ACB2A-AA3C-44A4-80E9-97107AB379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596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9432" y="248319"/>
            <a:ext cx="7255491" cy="90150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9432" y="1143347"/>
            <a:ext cx="3558739" cy="560336"/>
          </a:xfrm>
        </p:spPr>
        <p:txBody>
          <a:bodyPr anchor="b"/>
          <a:lstStyle>
            <a:lvl1pPr marL="0" indent="0">
              <a:buNone/>
              <a:defRPr sz="1632" b="1"/>
            </a:lvl1pPr>
            <a:lvl2pPr marL="310942" indent="0">
              <a:buNone/>
              <a:defRPr sz="1360" b="1"/>
            </a:lvl2pPr>
            <a:lvl3pPr marL="621883" indent="0">
              <a:buNone/>
              <a:defRPr sz="1224" b="1"/>
            </a:lvl3pPr>
            <a:lvl4pPr marL="932825" indent="0">
              <a:buNone/>
              <a:defRPr sz="1088" b="1"/>
            </a:lvl4pPr>
            <a:lvl5pPr marL="1243767" indent="0">
              <a:buNone/>
              <a:defRPr sz="1088" b="1"/>
            </a:lvl5pPr>
            <a:lvl6pPr marL="1554709" indent="0">
              <a:buNone/>
              <a:defRPr sz="1088" b="1"/>
            </a:lvl6pPr>
            <a:lvl7pPr marL="1865650" indent="0">
              <a:buNone/>
              <a:defRPr sz="1088" b="1"/>
            </a:lvl7pPr>
            <a:lvl8pPr marL="2176592" indent="0">
              <a:buNone/>
              <a:defRPr sz="1088" b="1"/>
            </a:lvl8pPr>
            <a:lvl9pPr marL="2487534" indent="0">
              <a:buNone/>
              <a:defRPr sz="108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9432" y="1703683"/>
            <a:ext cx="3558739" cy="25058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58657" y="1143347"/>
            <a:ext cx="3576265" cy="560336"/>
          </a:xfrm>
        </p:spPr>
        <p:txBody>
          <a:bodyPr anchor="b"/>
          <a:lstStyle>
            <a:lvl1pPr marL="0" indent="0">
              <a:buNone/>
              <a:defRPr sz="1632" b="1"/>
            </a:lvl1pPr>
            <a:lvl2pPr marL="310942" indent="0">
              <a:buNone/>
              <a:defRPr sz="1360" b="1"/>
            </a:lvl2pPr>
            <a:lvl3pPr marL="621883" indent="0">
              <a:buNone/>
              <a:defRPr sz="1224" b="1"/>
            </a:lvl3pPr>
            <a:lvl4pPr marL="932825" indent="0">
              <a:buNone/>
              <a:defRPr sz="1088" b="1"/>
            </a:lvl4pPr>
            <a:lvl5pPr marL="1243767" indent="0">
              <a:buNone/>
              <a:defRPr sz="1088" b="1"/>
            </a:lvl5pPr>
            <a:lvl6pPr marL="1554709" indent="0">
              <a:buNone/>
              <a:defRPr sz="1088" b="1"/>
            </a:lvl6pPr>
            <a:lvl7pPr marL="1865650" indent="0">
              <a:buNone/>
              <a:defRPr sz="1088" b="1"/>
            </a:lvl7pPr>
            <a:lvl8pPr marL="2176592" indent="0">
              <a:buNone/>
              <a:defRPr sz="1088" b="1"/>
            </a:lvl8pPr>
            <a:lvl9pPr marL="2487534" indent="0">
              <a:buNone/>
              <a:defRPr sz="108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58657" y="1703683"/>
            <a:ext cx="3576265" cy="25058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52880-144C-41C9-A5D5-549A52E0B454}" type="datetimeFigureOut">
              <a:rPr lang="en-US" smtClean="0"/>
              <a:t>9/20/2020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ACB2A-AA3C-44A4-80E9-97107AB379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285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52880-144C-41C9-A5D5-549A52E0B454}" type="datetimeFigureOut">
              <a:rPr lang="en-US" smtClean="0"/>
              <a:t>9/20/2020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ACB2A-AA3C-44A4-80E9-97107AB379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166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52880-144C-41C9-A5D5-549A52E0B454}" type="datetimeFigureOut">
              <a:rPr lang="en-US" smtClean="0"/>
              <a:t>9/20/2020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ACB2A-AA3C-44A4-80E9-97107AB379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501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9432" y="310938"/>
            <a:ext cx="2713141" cy="1088284"/>
          </a:xfrm>
        </p:spPr>
        <p:txBody>
          <a:bodyPr anchor="b"/>
          <a:lstStyle>
            <a:lvl1pPr>
              <a:defRPr sz="217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6265" y="671541"/>
            <a:ext cx="4258658" cy="3314516"/>
          </a:xfrm>
        </p:spPr>
        <p:txBody>
          <a:bodyPr/>
          <a:lstStyle>
            <a:lvl1pPr>
              <a:defRPr sz="2176"/>
            </a:lvl1pPr>
            <a:lvl2pPr>
              <a:defRPr sz="1904"/>
            </a:lvl2pPr>
            <a:lvl3pPr>
              <a:defRPr sz="1632"/>
            </a:lvl3pPr>
            <a:lvl4pPr>
              <a:defRPr sz="1360"/>
            </a:lvl4pPr>
            <a:lvl5pPr>
              <a:defRPr sz="1360"/>
            </a:lvl5pPr>
            <a:lvl6pPr>
              <a:defRPr sz="1360"/>
            </a:lvl6pPr>
            <a:lvl7pPr>
              <a:defRPr sz="1360"/>
            </a:lvl7pPr>
            <a:lvl8pPr>
              <a:defRPr sz="1360"/>
            </a:lvl8pPr>
            <a:lvl9pPr>
              <a:defRPr sz="13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9432" y="1399222"/>
            <a:ext cx="2713141" cy="2592233"/>
          </a:xfrm>
        </p:spPr>
        <p:txBody>
          <a:bodyPr/>
          <a:lstStyle>
            <a:lvl1pPr marL="0" indent="0">
              <a:buNone/>
              <a:defRPr sz="1088"/>
            </a:lvl1pPr>
            <a:lvl2pPr marL="310942" indent="0">
              <a:buNone/>
              <a:defRPr sz="952"/>
            </a:lvl2pPr>
            <a:lvl3pPr marL="621883" indent="0">
              <a:buNone/>
              <a:defRPr sz="816"/>
            </a:lvl3pPr>
            <a:lvl4pPr marL="932825" indent="0">
              <a:buNone/>
              <a:defRPr sz="680"/>
            </a:lvl4pPr>
            <a:lvl5pPr marL="1243767" indent="0">
              <a:buNone/>
              <a:defRPr sz="680"/>
            </a:lvl5pPr>
            <a:lvl6pPr marL="1554709" indent="0">
              <a:buNone/>
              <a:defRPr sz="680"/>
            </a:lvl6pPr>
            <a:lvl7pPr marL="1865650" indent="0">
              <a:buNone/>
              <a:defRPr sz="680"/>
            </a:lvl7pPr>
            <a:lvl8pPr marL="2176592" indent="0">
              <a:buNone/>
              <a:defRPr sz="680"/>
            </a:lvl8pPr>
            <a:lvl9pPr marL="2487534" indent="0">
              <a:buNone/>
              <a:defRPr sz="6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52880-144C-41C9-A5D5-549A52E0B454}" type="datetimeFigureOut">
              <a:rPr lang="en-US" smtClean="0"/>
              <a:t>9/20/2020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ACB2A-AA3C-44A4-80E9-97107AB379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734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9432" y="310938"/>
            <a:ext cx="2713141" cy="1088284"/>
          </a:xfrm>
        </p:spPr>
        <p:txBody>
          <a:bodyPr anchor="b"/>
          <a:lstStyle>
            <a:lvl1pPr>
              <a:defRPr sz="217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6265" y="671541"/>
            <a:ext cx="4258658" cy="3314516"/>
          </a:xfrm>
        </p:spPr>
        <p:txBody>
          <a:bodyPr anchor="t"/>
          <a:lstStyle>
            <a:lvl1pPr marL="0" indent="0">
              <a:buNone/>
              <a:defRPr sz="2176"/>
            </a:lvl1pPr>
            <a:lvl2pPr marL="310942" indent="0">
              <a:buNone/>
              <a:defRPr sz="1904"/>
            </a:lvl2pPr>
            <a:lvl3pPr marL="621883" indent="0">
              <a:buNone/>
              <a:defRPr sz="1632"/>
            </a:lvl3pPr>
            <a:lvl4pPr marL="932825" indent="0">
              <a:buNone/>
              <a:defRPr sz="1360"/>
            </a:lvl4pPr>
            <a:lvl5pPr marL="1243767" indent="0">
              <a:buNone/>
              <a:defRPr sz="1360"/>
            </a:lvl5pPr>
            <a:lvl6pPr marL="1554709" indent="0">
              <a:buNone/>
              <a:defRPr sz="1360"/>
            </a:lvl6pPr>
            <a:lvl7pPr marL="1865650" indent="0">
              <a:buNone/>
              <a:defRPr sz="1360"/>
            </a:lvl7pPr>
            <a:lvl8pPr marL="2176592" indent="0">
              <a:buNone/>
              <a:defRPr sz="1360"/>
            </a:lvl8pPr>
            <a:lvl9pPr marL="2487534" indent="0">
              <a:buNone/>
              <a:defRPr sz="136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9432" y="1399222"/>
            <a:ext cx="2713141" cy="2592233"/>
          </a:xfrm>
        </p:spPr>
        <p:txBody>
          <a:bodyPr/>
          <a:lstStyle>
            <a:lvl1pPr marL="0" indent="0">
              <a:buNone/>
              <a:defRPr sz="1088"/>
            </a:lvl1pPr>
            <a:lvl2pPr marL="310942" indent="0">
              <a:buNone/>
              <a:defRPr sz="952"/>
            </a:lvl2pPr>
            <a:lvl3pPr marL="621883" indent="0">
              <a:buNone/>
              <a:defRPr sz="816"/>
            </a:lvl3pPr>
            <a:lvl4pPr marL="932825" indent="0">
              <a:buNone/>
              <a:defRPr sz="680"/>
            </a:lvl4pPr>
            <a:lvl5pPr marL="1243767" indent="0">
              <a:buNone/>
              <a:defRPr sz="680"/>
            </a:lvl5pPr>
            <a:lvl6pPr marL="1554709" indent="0">
              <a:buNone/>
              <a:defRPr sz="680"/>
            </a:lvl6pPr>
            <a:lvl7pPr marL="1865650" indent="0">
              <a:buNone/>
              <a:defRPr sz="680"/>
            </a:lvl7pPr>
            <a:lvl8pPr marL="2176592" indent="0">
              <a:buNone/>
              <a:defRPr sz="680"/>
            </a:lvl8pPr>
            <a:lvl9pPr marL="2487534" indent="0">
              <a:buNone/>
              <a:defRPr sz="6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52880-144C-41C9-A5D5-549A52E0B454}" type="datetimeFigureOut">
              <a:rPr lang="en-US" smtClean="0"/>
              <a:t>9/20/2020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ACB2A-AA3C-44A4-80E9-97107AB379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515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52880-144C-41C9-A5D5-549A52E0B454}" type="datetimeFigureOut">
              <a:rPr lang="en-US" smtClean="0"/>
              <a:t>9/20/2020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ACB2A-AA3C-44A4-80E9-97107AB379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4592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019954" y="248319"/>
            <a:ext cx="1813873" cy="39525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8336" y="248319"/>
            <a:ext cx="5336466" cy="39525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52880-144C-41C9-A5D5-549A52E0B454}" type="datetimeFigureOut">
              <a:rPr lang="en-US" smtClean="0"/>
              <a:t>9/20/2020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ACB2A-AA3C-44A4-80E9-97107AB379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166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78336" y="248319"/>
            <a:ext cx="7255491" cy="901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8336" y="1241594"/>
            <a:ext cx="7255491" cy="2959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8336" y="4322907"/>
            <a:ext cx="1892737" cy="248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1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752880-144C-41C9-A5D5-549A52E0B454}" type="datetimeFigureOut">
              <a:rPr lang="en-US" smtClean="0"/>
              <a:t>9/20/2020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86529" y="4322907"/>
            <a:ext cx="2839105" cy="248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1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941090" y="4322907"/>
            <a:ext cx="1892737" cy="248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1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CACB2A-AA3C-44A4-80E9-97107AB379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1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621883" rtl="0" eaLnBrk="1" latinLnBrk="0" hangingPunct="1">
        <a:lnSpc>
          <a:spcPct val="90000"/>
        </a:lnSpc>
        <a:spcBef>
          <a:spcPct val="0"/>
        </a:spcBef>
        <a:buNone/>
        <a:defRPr sz="299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5471" indent="-155471" algn="l" defTabSz="621883" rtl="0" eaLnBrk="1" latinLnBrk="0" hangingPunct="1">
        <a:lnSpc>
          <a:spcPct val="90000"/>
        </a:lnSpc>
        <a:spcBef>
          <a:spcPts val="680"/>
        </a:spcBef>
        <a:buFont typeface="Arial" panose="020B0604020202020204" pitchFamily="34" charset="0"/>
        <a:buChar char="•"/>
        <a:defRPr sz="1904" kern="1200">
          <a:solidFill>
            <a:schemeClr val="tx1"/>
          </a:solidFill>
          <a:latin typeface="+mn-lt"/>
          <a:ea typeface="+mn-ea"/>
          <a:cs typeface="+mn-cs"/>
        </a:defRPr>
      </a:lvl1pPr>
      <a:lvl2pPr marL="466413" indent="-155471" algn="l" defTabSz="621883" rtl="0" eaLnBrk="1" latinLnBrk="0" hangingPunct="1">
        <a:lnSpc>
          <a:spcPct val="90000"/>
        </a:lnSpc>
        <a:spcBef>
          <a:spcPts val="340"/>
        </a:spcBef>
        <a:buFont typeface="Arial" panose="020B0604020202020204" pitchFamily="34" charset="0"/>
        <a:buChar char="•"/>
        <a:defRPr sz="1632" kern="1200">
          <a:solidFill>
            <a:schemeClr val="tx1"/>
          </a:solidFill>
          <a:latin typeface="+mn-lt"/>
          <a:ea typeface="+mn-ea"/>
          <a:cs typeface="+mn-cs"/>
        </a:defRPr>
      </a:lvl2pPr>
      <a:lvl3pPr marL="777354" indent="-155471" algn="l" defTabSz="621883" rtl="0" eaLnBrk="1" latinLnBrk="0" hangingPunct="1">
        <a:lnSpc>
          <a:spcPct val="90000"/>
        </a:lnSpc>
        <a:spcBef>
          <a:spcPts val="340"/>
        </a:spcBef>
        <a:buFont typeface="Arial" panose="020B0604020202020204" pitchFamily="34" charset="0"/>
        <a:buChar char="•"/>
        <a:defRPr sz="1360" kern="1200">
          <a:solidFill>
            <a:schemeClr val="tx1"/>
          </a:solidFill>
          <a:latin typeface="+mn-lt"/>
          <a:ea typeface="+mn-ea"/>
          <a:cs typeface="+mn-cs"/>
        </a:defRPr>
      </a:lvl3pPr>
      <a:lvl4pPr marL="1088296" indent="-155471" algn="l" defTabSz="621883" rtl="0" eaLnBrk="1" latinLnBrk="0" hangingPunct="1">
        <a:lnSpc>
          <a:spcPct val="90000"/>
        </a:lnSpc>
        <a:spcBef>
          <a:spcPts val="340"/>
        </a:spcBef>
        <a:buFont typeface="Arial" panose="020B0604020202020204" pitchFamily="34" charset="0"/>
        <a:buChar char="•"/>
        <a:defRPr sz="1224" kern="1200">
          <a:solidFill>
            <a:schemeClr val="tx1"/>
          </a:solidFill>
          <a:latin typeface="+mn-lt"/>
          <a:ea typeface="+mn-ea"/>
          <a:cs typeface="+mn-cs"/>
        </a:defRPr>
      </a:lvl4pPr>
      <a:lvl5pPr marL="1399238" indent="-155471" algn="l" defTabSz="621883" rtl="0" eaLnBrk="1" latinLnBrk="0" hangingPunct="1">
        <a:lnSpc>
          <a:spcPct val="90000"/>
        </a:lnSpc>
        <a:spcBef>
          <a:spcPts val="340"/>
        </a:spcBef>
        <a:buFont typeface="Arial" panose="020B0604020202020204" pitchFamily="34" charset="0"/>
        <a:buChar char="•"/>
        <a:defRPr sz="1224" kern="1200">
          <a:solidFill>
            <a:schemeClr val="tx1"/>
          </a:solidFill>
          <a:latin typeface="+mn-lt"/>
          <a:ea typeface="+mn-ea"/>
          <a:cs typeface="+mn-cs"/>
        </a:defRPr>
      </a:lvl5pPr>
      <a:lvl6pPr marL="1710179" indent="-155471" algn="l" defTabSz="621883" rtl="0" eaLnBrk="1" latinLnBrk="0" hangingPunct="1">
        <a:lnSpc>
          <a:spcPct val="90000"/>
        </a:lnSpc>
        <a:spcBef>
          <a:spcPts val="340"/>
        </a:spcBef>
        <a:buFont typeface="Arial" panose="020B0604020202020204" pitchFamily="34" charset="0"/>
        <a:buChar char="•"/>
        <a:defRPr sz="1224" kern="1200">
          <a:solidFill>
            <a:schemeClr val="tx1"/>
          </a:solidFill>
          <a:latin typeface="+mn-lt"/>
          <a:ea typeface="+mn-ea"/>
          <a:cs typeface="+mn-cs"/>
        </a:defRPr>
      </a:lvl6pPr>
      <a:lvl7pPr marL="2021121" indent="-155471" algn="l" defTabSz="621883" rtl="0" eaLnBrk="1" latinLnBrk="0" hangingPunct="1">
        <a:lnSpc>
          <a:spcPct val="90000"/>
        </a:lnSpc>
        <a:spcBef>
          <a:spcPts val="340"/>
        </a:spcBef>
        <a:buFont typeface="Arial" panose="020B0604020202020204" pitchFamily="34" charset="0"/>
        <a:buChar char="•"/>
        <a:defRPr sz="1224" kern="1200">
          <a:solidFill>
            <a:schemeClr val="tx1"/>
          </a:solidFill>
          <a:latin typeface="+mn-lt"/>
          <a:ea typeface="+mn-ea"/>
          <a:cs typeface="+mn-cs"/>
        </a:defRPr>
      </a:lvl7pPr>
      <a:lvl8pPr marL="2332063" indent="-155471" algn="l" defTabSz="621883" rtl="0" eaLnBrk="1" latinLnBrk="0" hangingPunct="1">
        <a:lnSpc>
          <a:spcPct val="90000"/>
        </a:lnSpc>
        <a:spcBef>
          <a:spcPts val="340"/>
        </a:spcBef>
        <a:buFont typeface="Arial" panose="020B0604020202020204" pitchFamily="34" charset="0"/>
        <a:buChar char="•"/>
        <a:defRPr sz="1224" kern="1200">
          <a:solidFill>
            <a:schemeClr val="tx1"/>
          </a:solidFill>
          <a:latin typeface="+mn-lt"/>
          <a:ea typeface="+mn-ea"/>
          <a:cs typeface="+mn-cs"/>
        </a:defRPr>
      </a:lvl8pPr>
      <a:lvl9pPr marL="2643005" indent="-155471" algn="l" defTabSz="621883" rtl="0" eaLnBrk="1" latinLnBrk="0" hangingPunct="1">
        <a:lnSpc>
          <a:spcPct val="90000"/>
        </a:lnSpc>
        <a:spcBef>
          <a:spcPts val="340"/>
        </a:spcBef>
        <a:buFont typeface="Arial" panose="020B0604020202020204" pitchFamily="34" charset="0"/>
        <a:buChar char="•"/>
        <a:defRPr sz="122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21883" rtl="0" eaLnBrk="1" latinLnBrk="0" hangingPunct="1">
        <a:defRPr sz="1224" kern="1200">
          <a:solidFill>
            <a:schemeClr val="tx1"/>
          </a:solidFill>
          <a:latin typeface="+mn-lt"/>
          <a:ea typeface="+mn-ea"/>
          <a:cs typeface="+mn-cs"/>
        </a:defRPr>
      </a:lvl1pPr>
      <a:lvl2pPr marL="310942" algn="l" defTabSz="621883" rtl="0" eaLnBrk="1" latinLnBrk="0" hangingPunct="1">
        <a:defRPr sz="1224" kern="1200">
          <a:solidFill>
            <a:schemeClr val="tx1"/>
          </a:solidFill>
          <a:latin typeface="+mn-lt"/>
          <a:ea typeface="+mn-ea"/>
          <a:cs typeface="+mn-cs"/>
        </a:defRPr>
      </a:lvl2pPr>
      <a:lvl3pPr marL="621883" algn="l" defTabSz="621883" rtl="0" eaLnBrk="1" latinLnBrk="0" hangingPunct="1">
        <a:defRPr sz="1224" kern="1200">
          <a:solidFill>
            <a:schemeClr val="tx1"/>
          </a:solidFill>
          <a:latin typeface="+mn-lt"/>
          <a:ea typeface="+mn-ea"/>
          <a:cs typeface="+mn-cs"/>
        </a:defRPr>
      </a:lvl3pPr>
      <a:lvl4pPr marL="932825" algn="l" defTabSz="621883" rtl="0" eaLnBrk="1" latinLnBrk="0" hangingPunct="1">
        <a:defRPr sz="1224" kern="1200">
          <a:solidFill>
            <a:schemeClr val="tx1"/>
          </a:solidFill>
          <a:latin typeface="+mn-lt"/>
          <a:ea typeface="+mn-ea"/>
          <a:cs typeface="+mn-cs"/>
        </a:defRPr>
      </a:lvl4pPr>
      <a:lvl5pPr marL="1243767" algn="l" defTabSz="621883" rtl="0" eaLnBrk="1" latinLnBrk="0" hangingPunct="1">
        <a:defRPr sz="1224" kern="1200">
          <a:solidFill>
            <a:schemeClr val="tx1"/>
          </a:solidFill>
          <a:latin typeface="+mn-lt"/>
          <a:ea typeface="+mn-ea"/>
          <a:cs typeface="+mn-cs"/>
        </a:defRPr>
      </a:lvl5pPr>
      <a:lvl6pPr marL="1554709" algn="l" defTabSz="621883" rtl="0" eaLnBrk="1" latinLnBrk="0" hangingPunct="1">
        <a:defRPr sz="1224" kern="1200">
          <a:solidFill>
            <a:schemeClr val="tx1"/>
          </a:solidFill>
          <a:latin typeface="+mn-lt"/>
          <a:ea typeface="+mn-ea"/>
          <a:cs typeface="+mn-cs"/>
        </a:defRPr>
      </a:lvl6pPr>
      <a:lvl7pPr marL="1865650" algn="l" defTabSz="621883" rtl="0" eaLnBrk="1" latinLnBrk="0" hangingPunct="1">
        <a:defRPr sz="1224" kern="1200">
          <a:solidFill>
            <a:schemeClr val="tx1"/>
          </a:solidFill>
          <a:latin typeface="+mn-lt"/>
          <a:ea typeface="+mn-ea"/>
          <a:cs typeface="+mn-cs"/>
        </a:defRPr>
      </a:lvl7pPr>
      <a:lvl8pPr marL="2176592" algn="l" defTabSz="621883" rtl="0" eaLnBrk="1" latinLnBrk="0" hangingPunct="1">
        <a:defRPr sz="1224" kern="1200">
          <a:solidFill>
            <a:schemeClr val="tx1"/>
          </a:solidFill>
          <a:latin typeface="+mn-lt"/>
          <a:ea typeface="+mn-ea"/>
          <a:cs typeface="+mn-cs"/>
        </a:defRPr>
      </a:lvl8pPr>
      <a:lvl9pPr marL="2487534" algn="l" defTabSz="621883" rtl="0" eaLnBrk="1" latinLnBrk="0" hangingPunct="1">
        <a:defRPr sz="122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jp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jp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Rectangle 433">
            <a:extLst>
              <a:ext uri="{FF2B5EF4-FFF2-40B4-BE49-F238E27FC236}">
                <a16:creationId xmlns:a16="http://schemas.microsoft.com/office/drawing/2014/main" id="{307C68B9-2869-4994-AC42-2C5E5E60D379}"/>
              </a:ext>
            </a:extLst>
          </p:cNvPr>
          <p:cNvSpPr/>
          <p:nvPr/>
        </p:nvSpPr>
        <p:spPr>
          <a:xfrm>
            <a:off x="1722036" y="1310673"/>
            <a:ext cx="4189427" cy="89063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5" name="Rectangle 434">
            <a:extLst>
              <a:ext uri="{FF2B5EF4-FFF2-40B4-BE49-F238E27FC236}">
                <a16:creationId xmlns:a16="http://schemas.microsoft.com/office/drawing/2014/main" id="{06DE9127-7EF5-4A76-A9EB-B449FAAF83DB}"/>
              </a:ext>
            </a:extLst>
          </p:cNvPr>
          <p:cNvSpPr/>
          <p:nvPr/>
        </p:nvSpPr>
        <p:spPr>
          <a:xfrm>
            <a:off x="6257886" y="3351197"/>
            <a:ext cx="448580" cy="127598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6" name="Rectangle 435">
            <a:extLst>
              <a:ext uri="{FF2B5EF4-FFF2-40B4-BE49-F238E27FC236}">
                <a16:creationId xmlns:a16="http://schemas.microsoft.com/office/drawing/2014/main" id="{14B99582-77B2-45BD-93C9-D6BE1EDBF8F5}"/>
              </a:ext>
            </a:extLst>
          </p:cNvPr>
          <p:cNvSpPr/>
          <p:nvPr/>
        </p:nvSpPr>
        <p:spPr>
          <a:xfrm>
            <a:off x="3920769" y="1410799"/>
            <a:ext cx="1904632" cy="69113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effectLst/>
              </a:rPr>
              <a:t>Discovery &amp; </a:t>
            </a:r>
            <a:r>
              <a:rPr lang="en-US" sz="1400" dirty="0">
                <a:solidFill>
                  <a:schemeClr val="tx1"/>
                </a:solidFill>
              </a:rPr>
              <a:t>monitoring of unsafe feature interactions</a:t>
            </a:r>
          </a:p>
        </p:txBody>
      </p:sp>
      <p:sp>
        <p:nvSpPr>
          <p:cNvPr id="437" name="Rectangle 436">
            <a:extLst>
              <a:ext uri="{FF2B5EF4-FFF2-40B4-BE49-F238E27FC236}">
                <a16:creationId xmlns:a16="http://schemas.microsoft.com/office/drawing/2014/main" id="{1F99E72B-3D14-48BC-ABCF-FD186BCC206E}"/>
              </a:ext>
            </a:extLst>
          </p:cNvPr>
          <p:cNvSpPr/>
          <p:nvPr/>
        </p:nvSpPr>
        <p:spPr>
          <a:xfrm>
            <a:off x="15858" y="3349675"/>
            <a:ext cx="2407915" cy="85997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438" name="Rectangle 437">
            <a:extLst>
              <a:ext uri="{FF2B5EF4-FFF2-40B4-BE49-F238E27FC236}">
                <a16:creationId xmlns:a16="http://schemas.microsoft.com/office/drawing/2014/main" id="{4875773B-9B02-4B8F-ACE0-45825E707F02}"/>
              </a:ext>
            </a:extLst>
          </p:cNvPr>
          <p:cNvSpPr/>
          <p:nvPr/>
        </p:nvSpPr>
        <p:spPr>
          <a:xfrm>
            <a:off x="15857" y="3075929"/>
            <a:ext cx="2407915" cy="27520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  </a:t>
            </a:r>
            <a:r>
              <a:rPr lang="en-US" sz="1100" dirty="0" err="1">
                <a:solidFill>
                  <a:schemeClr val="tx1"/>
                </a:solidFill>
              </a:rPr>
              <a:t>sUAS</a:t>
            </a:r>
            <a:r>
              <a:rPr lang="en-US" sz="1100" dirty="0">
                <a:solidFill>
                  <a:schemeClr val="tx1"/>
                </a:solidFill>
              </a:rPr>
              <a:t> Environmental Awareness</a:t>
            </a:r>
          </a:p>
        </p:txBody>
      </p:sp>
      <p:pic>
        <p:nvPicPr>
          <p:cNvPr id="439" name="Picture 438" descr="A close up of a sign&#10;&#10;Description automatically generated">
            <a:extLst>
              <a:ext uri="{FF2B5EF4-FFF2-40B4-BE49-F238E27FC236}">
                <a16:creationId xmlns:a16="http://schemas.microsoft.com/office/drawing/2014/main" id="{2FC620AC-8E6C-4E60-BFF6-03FF6E6BCC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16" y="3436986"/>
            <a:ext cx="653143" cy="653143"/>
          </a:xfrm>
          <a:prstGeom prst="rect">
            <a:avLst/>
          </a:prstGeom>
        </p:spPr>
      </p:pic>
      <p:pic>
        <p:nvPicPr>
          <p:cNvPr id="440" name="Picture 439" descr="A close up of a logo&#10;&#10;Description automatically generated">
            <a:extLst>
              <a:ext uri="{FF2B5EF4-FFF2-40B4-BE49-F238E27FC236}">
                <a16:creationId xmlns:a16="http://schemas.microsoft.com/office/drawing/2014/main" id="{E3EF2FDA-898A-40E2-B347-FA2F84A188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8850" y="3524423"/>
            <a:ext cx="478267" cy="478267"/>
          </a:xfrm>
          <a:prstGeom prst="rect">
            <a:avLst/>
          </a:prstGeom>
        </p:spPr>
      </p:pic>
      <p:pic>
        <p:nvPicPr>
          <p:cNvPr id="441" name="Picture 440" descr="A close up of a sign&#10;&#10;Description automatically generated">
            <a:extLst>
              <a:ext uri="{FF2B5EF4-FFF2-40B4-BE49-F238E27FC236}">
                <a16:creationId xmlns:a16="http://schemas.microsoft.com/office/drawing/2014/main" id="{C4625DC0-432E-4FCC-9AF3-7322F5D139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435" y="3611285"/>
            <a:ext cx="323868" cy="323868"/>
          </a:xfrm>
          <a:prstGeom prst="rect">
            <a:avLst/>
          </a:prstGeom>
        </p:spPr>
      </p:pic>
      <p:pic>
        <p:nvPicPr>
          <p:cNvPr id="442" name="Picture 441" descr="A picture containing building, sitting, dark, sign&#10;&#10;Description automatically generated">
            <a:extLst>
              <a:ext uri="{FF2B5EF4-FFF2-40B4-BE49-F238E27FC236}">
                <a16:creationId xmlns:a16="http://schemas.microsoft.com/office/drawing/2014/main" id="{5D1EF06A-B521-432D-A052-52BBEE4F1C5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5171" y="3368872"/>
            <a:ext cx="370028" cy="624935"/>
          </a:xfrm>
          <a:prstGeom prst="rect">
            <a:avLst/>
          </a:prstGeom>
        </p:spPr>
      </p:pic>
      <p:sp>
        <p:nvSpPr>
          <p:cNvPr id="443" name="Rectangle 442">
            <a:extLst>
              <a:ext uri="{FF2B5EF4-FFF2-40B4-BE49-F238E27FC236}">
                <a16:creationId xmlns:a16="http://schemas.microsoft.com/office/drawing/2014/main" id="{8087CE17-6790-4972-B2E8-E539ACC168AB}"/>
              </a:ext>
            </a:extLst>
          </p:cNvPr>
          <p:cNvSpPr/>
          <p:nvPr/>
        </p:nvSpPr>
        <p:spPr>
          <a:xfrm>
            <a:off x="15858" y="3997875"/>
            <a:ext cx="2407915" cy="63538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tx1"/>
              </a:solidFill>
            </a:endParaRPr>
          </a:p>
        </p:txBody>
      </p:sp>
      <p:pic>
        <p:nvPicPr>
          <p:cNvPr id="444" name="Picture 443" descr="A picture containing light&#10;&#10;Description automatically generated">
            <a:extLst>
              <a:ext uri="{FF2B5EF4-FFF2-40B4-BE49-F238E27FC236}">
                <a16:creationId xmlns:a16="http://schemas.microsoft.com/office/drawing/2014/main" id="{DCEE3883-92DD-4688-BD4B-356E66D0FCE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780" y="4195974"/>
            <a:ext cx="400289" cy="400289"/>
          </a:xfrm>
          <a:prstGeom prst="rect">
            <a:avLst/>
          </a:prstGeom>
        </p:spPr>
      </p:pic>
      <p:pic>
        <p:nvPicPr>
          <p:cNvPr id="445" name="Picture 444" descr="A close up of a logo&#10;&#10;Description automatically generated">
            <a:extLst>
              <a:ext uri="{FF2B5EF4-FFF2-40B4-BE49-F238E27FC236}">
                <a16:creationId xmlns:a16="http://schemas.microsoft.com/office/drawing/2014/main" id="{4CFAF60D-C563-4200-918A-CE053DD6B73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345" y="4215235"/>
            <a:ext cx="400289" cy="400289"/>
          </a:xfrm>
          <a:prstGeom prst="rect">
            <a:avLst/>
          </a:prstGeom>
        </p:spPr>
      </p:pic>
      <p:pic>
        <p:nvPicPr>
          <p:cNvPr id="446" name="Picture 445" descr="A close up of a logo&#10;&#10;Description automatically generated">
            <a:extLst>
              <a:ext uri="{FF2B5EF4-FFF2-40B4-BE49-F238E27FC236}">
                <a16:creationId xmlns:a16="http://schemas.microsoft.com/office/drawing/2014/main" id="{8BF9B763-8DB5-47CB-A2DC-EEFE21FABD1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9992" y="4069722"/>
            <a:ext cx="545802" cy="545802"/>
          </a:xfrm>
          <a:prstGeom prst="rect">
            <a:avLst/>
          </a:prstGeom>
        </p:spPr>
      </p:pic>
      <p:pic>
        <p:nvPicPr>
          <p:cNvPr id="447" name="Picture 446" descr="A picture containing computer, computer, clock&#10;&#10;Description automatically generated">
            <a:extLst>
              <a:ext uri="{FF2B5EF4-FFF2-40B4-BE49-F238E27FC236}">
                <a16:creationId xmlns:a16="http://schemas.microsoft.com/office/drawing/2014/main" id="{32DAB3CD-F518-47AF-9C70-331C7559A58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3292" y="4204811"/>
            <a:ext cx="373306" cy="373306"/>
          </a:xfrm>
          <a:prstGeom prst="rect">
            <a:avLst/>
          </a:prstGeom>
        </p:spPr>
      </p:pic>
      <p:sp>
        <p:nvSpPr>
          <p:cNvPr id="448" name="Rectangle 447">
            <a:extLst>
              <a:ext uri="{FF2B5EF4-FFF2-40B4-BE49-F238E27FC236}">
                <a16:creationId xmlns:a16="http://schemas.microsoft.com/office/drawing/2014/main" id="{DCC01B1E-9A55-41E3-A1DE-2B0D5EF0E9CB}"/>
              </a:ext>
            </a:extLst>
          </p:cNvPr>
          <p:cNvSpPr/>
          <p:nvPr/>
        </p:nvSpPr>
        <p:spPr>
          <a:xfrm>
            <a:off x="2505751" y="3330988"/>
            <a:ext cx="2068748" cy="130226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tx1"/>
              </a:solidFill>
            </a:endParaRPr>
          </a:p>
        </p:txBody>
      </p:sp>
      <p:pic>
        <p:nvPicPr>
          <p:cNvPr id="449" name="Picture 448">
            <a:extLst>
              <a:ext uri="{FF2B5EF4-FFF2-40B4-BE49-F238E27FC236}">
                <a16:creationId xmlns:a16="http://schemas.microsoft.com/office/drawing/2014/main" id="{A6B13467-135E-4CDB-A970-F5ACEAB50CA7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4806" t="1257"/>
          <a:stretch/>
        </p:blipFill>
        <p:spPr>
          <a:xfrm>
            <a:off x="2601971" y="3406297"/>
            <a:ext cx="561421" cy="1064911"/>
          </a:xfrm>
          <a:prstGeom prst="rect">
            <a:avLst/>
          </a:prstGeom>
        </p:spPr>
      </p:pic>
      <p:pic>
        <p:nvPicPr>
          <p:cNvPr id="450" name="Picture 449">
            <a:extLst>
              <a:ext uri="{FF2B5EF4-FFF2-40B4-BE49-F238E27FC236}">
                <a16:creationId xmlns:a16="http://schemas.microsoft.com/office/drawing/2014/main" id="{CF7295D5-3724-4F83-BE23-2410ED13009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27840" y="3406297"/>
            <a:ext cx="1293158" cy="1189966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451" name="Picture 2" descr="Wheels, settings, options, configuration Free Icon of Colored business  Management">
            <a:extLst>
              <a:ext uri="{FF2B5EF4-FFF2-40B4-BE49-F238E27FC236}">
                <a16:creationId xmlns:a16="http://schemas.microsoft.com/office/drawing/2014/main" id="{F6BD04C7-50B7-4106-9929-78C46791E1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1326" y="4052694"/>
            <a:ext cx="501559" cy="494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2" name="Rectangle 451">
            <a:extLst>
              <a:ext uri="{FF2B5EF4-FFF2-40B4-BE49-F238E27FC236}">
                <a16:creationId xmlns:a16="http://schemas.microsoft.com/office/drawing/2014/main" id="{32203F0C-8F9F-414D-B8E7-68353511E47D}"/>
              </a:ext>
            </a:extLst>
          </p:cNvPr>
          <p:cNvSpPr/>
          <p:nvPr/>
        </p:nvSpPr>
        <p:spPr>
          <a:xfrm>
            <a:off x="4652402" y="3347207"/>
            <a:ext cx="1510953" cy="127997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tx1"/>
              </a:solidFill>
            </a:endParaRPr>
          </a:p>
        </p:txBody>
      </p:sp>
      <p:pic>
        <p:nvPicPr>
          <p:cNvPr id="453" name="Picture 452">
            <a:extLst>
              <a:ext uri="{FF2B5EF4-FFF2-40B4-BE49-F238E27FC236}">
                <a16:creationId xmlns:a16="http://schemas.microsoft.com/office/drawing/2014/main" id="{53D90FAF-3033-486E-B46B-0D35B4A96A22}"/>
              </a:ext>
            </a:extLst>
          </p:cNvPr>
          <p:cNvPicPr>
            <a:picLocks noChangeAspect="1"/>
          </p:cNvPicPr>
          <p:nvPr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238225" y="3359114"/>
            <a:ext cx="944096" cy="1159397"/>
          </a:xfrm>
          <a:prstGeom prst="rect">
            <a:avLst/>
          </a:prstGeom>
        </p:spPr>
      </p:pic>
      <p:pic>
        <p:nvPicPr>
          <p:cNvPr id="454" name="Picture 453">
            <a:extLst>
              <a:ext uri="{FF2B5EF4-FFF2-40B4-BE49-F238E27FC236}">
                <a16:creationId xmlns:a16="http://schemas.microsoft.com/office/drawing/2014/main" id="{0223B585-53EC-4493-81DA-3106899A37C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66917" y="3849157"/>
            <a:ext cx="511908" cy="273678"/>
          </a:xfrm>
          <a:prstGeom prst="rect">
            <a:avLst/>
          </a:prstGeom>
        </p:spPr>
      </p:pic>
      <p:pic>
        <p:nvPicPr>
          <p:cNvPr id="455" name="Picture 454" descr="A drawing of a person&#10;&#10;Description automatically generated">
            <a:extLst>
              <a:ext uri="{FF2B5EF4-FFF2-40B4-BE49-F238E27FC236}">
                <a16:creationId xmlns:a16="http://schemas.microsoft.com/office/drawing/2014/main" id="{56BC3805-75DD-42BF-89D0-9AA005466FF4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966"/>
          <a:stretch/>
        </p:blipFill>
        <p:spPr>
          <a:xfrm>
            <a:off x="4713416" y="3849157"/>
            <a:ext cx="666287" cy="698438"/>
          </a:xfrm>
          <a:prstGeom prst="rect">
            <a:avLst/>
          </a:prstGeom>
        </p:spPr>
      </p:pic>
      <p:cxnSp>
        <p:nvCxnSpPr>
          <p:cNvPr id="456" name="Straight Arrow Connector 455">
            <a:extLst>
              <a:ext uri="{FF2B5EF4-FFF2-40B4-BE49-F238E27FC236}">
                <a16:creationId xmlns:a16="http://schemas.microsoft.com/office/drawing/2014/main" id="{78EF4648-0C98-4CF1-B091-31E86167EB4D}"/>
              </a:ext>
            </a:extLst>
          </p:cNvPr>
          <p:cNvCxnSpPr>
            <a:cxnSpLocks/>
          </p:cNvCxnSpPr>
          <p:nvPr/>
        </p:nvCxnSpPr>
        <p:spPr>
          <a:xfrm flipV="1">
            <a:off x="2012859" y="2814702"/>
            <a:ext cx="0" cy="248496"/>
          </a:xfrm>
          <a:prstGeom prst="straightConnector1">
            <a:avLst/>
          </a:prstGeom>
          <a:ln w="15875">
            <a:solidFill>
              <a:schemeClr val="tx1"/>
            </a:solidFill>
            <a:headEnd type="non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7" name="Rectangle 456">
            <a:extLst>
              <a:ext uri="{FF2B5EF4-FFF2-40B4-BE49-F238E27FC236}">
                <a16:creationId xmlns:a16="http://schemas.microsoft.com/office/drawing/2014/main" id="{436C18E3-3404-4B7E-A4A3-12F025058609}"/>
              </a:ext>
            </a:extLst>
          </p:cNvPr>
          <p:cNvSpPr/>
          <p:nvPr/>
        </p:nvSpPr>
        <p:spPr>
          <a:xfrm>
            <a:off x="2505751" y="3075929"/>
            <a:ext cx="2068748" cy="2737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>
                <a:solidFill>
                  <a:schemeClr val="tx1"/>
                </a:solidFill>
              </a:rPr>
              <a:t>sUAS</a:t>
            </a:r>
            <a:r>
              <a:rPr lang="en-US" sz="1100" dirty="0">
                <a:solidFill>
                  <a:schemeClr val="tx1"/>
                </a:solidFill>
              </a:rPr>
              <a:t> Hardware and Features</a:t>
            </a:r>
          </a:p>
        </p:txBody>
      </p:sp>
      <p:sp>
        <p:nvSpPr>
          <p:cNvPr id="458" name="Rectangle 457">
            <a:extLst>
              <a:ext uri="{FF2B5EF4-FFF2-40B4-BE49-F238E27FC236}">
                <a16:creationId xmlns:a16="http://schemas.microsoft.com/office/drawing/2014/main" id="{7C0A22AD-F5C4-46D8-A84F-71D642C5F841}"/>
              </a:ext>
            </a:extLst>
          </p:cNvPr>
          <p:cNvSpPr/>
          <p:nvPr/>
        </p:nvSpPr>
        <p:spPr>
          <a:xfrm>
            <a:off x="4652401" y="3075930"/>
            <a:ext cx="1510954" cy="28318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  PIC Human Factors</a:t>
            </a:r>
          </a:p>
        </p:txBody>
      </p:sp>
      <p:sp>
        <p:nvSpPr>
          <p:cNvPr id="459" name="Rectangle 458">
            <a:extLst>
              <a:ext uri="{FF2B5EF4-FFF2-40B4-BE49-F238E27FC236}">
                <a16:creationId xmlns:a16="http://schemas.microsoft.com/office/drawing/2014/main" id="{8792FE80-3FD5-4625-B3FB-8CA3FBB840AB}"/>
              </a:ext>
            </a:extLst>
          </p:cNvPr>
          <p:cNvSpPr/>
          <p:nvPr/>
        </p:nvSpPr>
        <p:spPr>
          <a:xfrm>
            <a:off x="6268902" y="3085588"/>
            <a:ext cx="1444708" cy="25246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tx1"/>
              </a:solidFill>
            </a:endParaRPr>
          </a:p>
        </p:txBody>
      </p:sp>
      <p:pic>
        <p:nvPicPr>
          <p:cNvPr id="460" name="Picture 459">
            <a:extLst>
              <a:ext uri="{FF2B5EF4-FFF2-40B4-BE49-F238E27FC236}">
                <a16:creationId xmlns:a16="http://schemas.microsoft.com/office/drawing/2014/main" id="{8D5555F6-62D7-4B68-8532-5F97615CBC08}"/>
              </a:ext>
            </a:extLst>
          </p:cNvPr>
          <p:cNvPicPr>
            <a:picLocks noChangeAspect="1"/>
          </p:cNvPicPr>
          <p:nvPr/>
        </p:nvPicPr>
        <p:blipFill>
          <a:blip r:embed="rId1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753147" y="3425406"/>
            <a:ext cx="948131" cy="1159277"/>
          </a:xfrm>
          <a:prstGeom prst="rect">
            <a:avLst/>
          </a:prstGeom>
        </p:spPr>
      </p:pic>
      <p:sp>
        <p:nvSpPr>
          <p:cNvPr id="461" name="TextBox 460">
            <a:extLst>
              <a:ext uri="{FF2B5EF4-FFF2-40B4-BE49-F238E27FC236}">
                <a16:creationId xmlns:a16="http://schemas.microsoft.com/office/drawing/2014/main" id="{C565B23B-D9BF-44E6-8DA8-C7647732D113}"/>
              </a:ext>
            </a:extLst>
          </p:cNvPr>
          <p:cNvSpPr txBox="1"/>
          <p:nvPr/>
        </p:nvSpPr>
        <p:spPr>
          <a:xfrm>
            <a:off x="6223551" y="3070127"/>
            <a:ext cx="152439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50" dirty="0"/>
              <a:t>  </a:t>
            </a:r>
            <a:r>
              <a:rPr lang="en-US" sz="1050" dirty="0" err="1"/>
              <a:t>sUAS</a:t>
            </a:r>
            <a:r>
              <a:rPr lang="en-US" sz="1050" dirty="0"/>
              <a:t> Runtime</a:t>
            </a:r>
          </a:p>
        </p:txBody>
      </p:sp>
      <p:sp>
        <p:nvSpPr>
          <p:cNvPr id="462" name="Rectangle 461">
            <a:extLst>
              <a:ext uri="{FF2B5EF4-FFF2-40B4-BE49-F238E27FC236}">
                <a16:creationId xmlns:a16="http://schemas.microsoft.com/office/drawing/2014/main" id="{75B73A10-283A-43D1-A774-140544F6630B}"/>
              </a:ext>
            </a:extLst>
          </p:cNvPr>
          <p:cNvSpPr/>
          <p:nvPr/>
        </p:nvSpPr>
        <p:spPr>
          <a:xfrm>
            <a:off x="1722036" y="2366785"/>
            <a:ext cx="5978329" cy="45900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       </a:t>
            </a:r>
            <a:r>
              <a:rPr lang="en-US" sz="1400" b="1" u="sng" dirty="0">
                <a:solidFill>
                  <a:schemeClr val="tx1"/>
                </a:solidFill>
              </a:rPr>
              <a:t>Onboard</a:t>
            </a:r>
            <a:r>
              <a:rPr lang="en-US" sz="1400" b="1" dirty="0">
                <a:solidFill>
                  <a:schemeClr val="tx1"/>
                </a:solidFill>
              </a:rPr>
              <a:t> Dronolytics Runtime monitoring system</a:t>
            </a:r>
          </a:p>
          <a:p>
            <a:pPr algn="ctr"/>
            <a:r>
              <a:rPr lang="en-US" sz="1400" i="1" dirty="0">
                <a:solidFill>
                  <a:schemeClr val="tx1"/>
                </a:solidFill>
              </a:rPr>
              <a:t>core Flight System (cFS) </a:t>
            </a:r>
          </a:p>
        </p:txBody>
      </p:sp>
      <p:cxnSp>
        <p:nvCxnSpPr>
          <p:cNvPr id="463" name="Connector: Elbow 462">
            <a:extLst>
              <a:ext uri="{FF2B5EF4-FFF2-40B4-BE49-F238E27FC236}">
                <a16:creationId xmlns:a16="http://schemas.microsoft.com/office/drawing/2014/main" id="{384FC5D4-361D-4F6E-A35B-B6683E31DF0A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141504" y="2773413"/>
            <a:ext cx="1409981" cy="265765"/>
          </a:xfrm>
          <a:prstGeom prst="bentConnector3">
            <a:avLst>
              <a:gd name="adj1" fmla="val 355"/>
            </a:avLst>
          </a:prstGeom>
          <a:ln w="15875">
            <a:solidFill>
              <a:schemeClr val="tx1"/>
            </a:solidFill>
            <a:prstDash val="sys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4" name="Rectangle 463">
            <a:extLst>
              <a:ext uri="{FF2B5EF4-FFF2-40B4-BE49-F238E27FC236}">
                <a16:creationId xmlns:a16="http://schemas.microsoft.com/office/drawing/2014/main" id="{9DDDC61B-F17C-42C4-9F91-3942DC8AC945}"/>
              </a:ext>
            </a:extLst>
          </p:cNvPr>
          <p:cNvSpPr/>
          <p:nvPr/>
        </p:nvSpPr>
        <p:spPr>
          <a:xfrm>
            <a:off x="1775636" y="1410799"/>
            <a:ext cx="2059070" cy="68526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Runtime detection &amp; diagnostics  of anomalous flight patterns</a:t>
            </a:r>
          </a:p>
        </p:txBody>
      </p:sp>
      <p:cxnSp>
        <p:nvCxnSpPr>
          <p:cNvPr id="465" name="Straight Arrow Connector 464">
            <a:extLst>
              <a:ext uri="{FF2B5EF4-FFF2-40B4-BE49-F238E27FC236}">
                <a16:creationId xmlns:a16="http://schemas.microsoft.com/office/drawing/2014/main" id="{5F7BEE3C-48B2-46F7-8246-2023CEA5CF33}"/>
              </a:ext>
            </a:extLst>
          </p:cNvPr>
          <p:cNvCxnSpPr>
            <a:cxnSpLocks/>
          </p:cNvCxnSpPr>
          <p:nvPr/>
        </p:nvCxnSpPr>
        <p:spPr>
          <a:xfrm flipV="1">
            <a:off x="2805171" y="2096065"/>
            <a:ext cx="0" cy="270721"/>
          </a:xfrm>
          <a:prstGeom prst="straightConnector1">
            <a:avLst/>
          </a:prstGeom>
          <a:ln w="15875">
            <a:solidFill>
              <a:schemeClr val="tx1"/>
            </a:solidFill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6" name="Straight Arrow Connector 465">
            <a:extLst>
              <a:ext uri="{FF2B5EF4-FFF2-40B4-BE49-F238E27FC236}">
                <a16:creationId xmlns:a16="http://schemas.microsoft.com/office/drawing/2014/main" id="{491905A8-F924-44BF-B101-C166AADA8D32}"/>
              </a:ext>
            </a:extLst>
          </p:cNvPr>
          <p:cNvCxnSpPr>
            <a:cxnSpLocks/>
          </p:cNvCxnSpPr>
          <p:nvPr/>
        </p:nvCxnSpPr>
        <p:spPr>
          <a:xfrm flipV="1">
            <a:off x="3563636" y="2830530"/>
            <a:ext cx="0" cy="255058"/>
          </a:xfrm>
          <a:prstGeom prst="straightConnector1">
            <a:avLst/>
          </a:prstGeom>
          <a:ln w="15875">
            <a:solidFill>
              <a:schemeClr val="tx1"/>
            </a:solidFill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7" name="Straight Arrow Connector 466">
            <a:extLst>
              <a:ext uri="{FF2B5EF4-FFF2-40B4-BE49-F238E27FC236}">
                <a16:creationId xmlns:a16="http://schemas.microsoft.com/office/drawing/2014/main" id="{AD81B152-9A6A-440B-B29E-1CC729BBD12F}"/>
              </a:ext>
            </a:extLst>
          </p:cNvPr>
          <p:cNvCxnSpPr>
            <a:cxnSpLocks/>
          </p:cNvCxnSpPr>
          <p:nvPr/>
        </p:nvCxnSpPr>
        <p:spPr>
          <a:xfrm flipV="1">
            <a:off x="5327107" y="2814702"/>
            <a:ext cx="0" cy="249207"/>
          </a:xfrm>
          <a:prstGeom prst="straightConnector1">
            <a:avLst/>
          </a:prstGeom>
          <a:ln w="15875">
            <a:solidFill>
              <a:schemeClr val="tx1"/>
            </a:solidFill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8" name="TextBox 467">
            <a:extLst>
              <a:ext uri="{FF2B5EF4-FFF2-40B4-BE49-F238E27FC236}">
                <a16:creationId xmlns:a16="http://schemas.microsoft.com/office/drawing/2014/main" id="{32C14545-07EC-4003-8D19-4CA2CC6FE7FE}"/>
              </a:ext>
            </a:extLst>
          </p:cNvPr>
          <p:cNvSpPr txBox="1"/>
          <p:nvPr/>
        </p:nvSpPr>
        <p:spPr>
          <a:xfrm>
            <a:off x="7657375" y="3649765"/>
            <a:ext cx="81921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Flight logs &amp; annotated data</a:t>
            </a:r>
          </a:p>
        </p:txBody>
      </p:sp>
      <p:sp>
        <p:nvSpPr>
          <p:cNvPr id="469" name="Rectangle 468">
            <a:extLst>
              <a:ext uri="{FF2B5EF4-FFF2-40B4-BE49-F238E27FC236}">
                <a16:creationId xmlns:a16="http://schemas.microsoft.com/office/drawing/2014/main" id="{B0EFB4C0-5C4B-42AC-A7D6-BBFF811E5457}"/>
              </a:ext>
            </a:extLst>
          </p:cNvPr>
          <p:cNvSpPr/>
          <p:nvPr/>
        </p:nvSpPr>
        <p:spPr>
          <a:xfrm>
            <a:off x="15857" y="26994"/>
            <a:ext cx="1464142" cy="17171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>
              <a:lnSpc>
                <a:spcPts val="1300"/>
              </a:lnSpc>
            </a:pPr>
            <a:endParaRPr lang="en-US" sz="1400" b="1" dirty="0">
              <a:solidFill>
                <a:schemeClr val="tx1"/>
              </a:solidFill>
            </a:endParaRPr>
          </a:p>
          <a:p>
            <a:pPr algn="ctr">
              <a:lnSpc>
                <a:spcPts val="1300"/>
              </a:lnSpc>
            </a:pPr>
            <a:endParaRPr lang="en-US" sz="1400" b="1" dirty="0">
              <a:solidFill>
                <a:schemeClr val="tx1"/>
              </a:solidFill>
            </a:endParaRPr>
          </a:p>
          <a:p>
            <a:pPr algn="ctr">
              <a:lnSpc>
                <a:spcPts val="1300"/>
              </a:lnSpc>
            </a:pPr>
            <a:endParaRPr lang="en-US" sz="1400" b="1" dirty="0">
              <a:solidFill>
                <a:schemeClr val="tx1"/>
              </a:solidFill>
            </a:endParaRPr>
          </a:p>
          <a:p>
            <a:pPr algn="ctr">
              <a:lnSpc>
                <a:spcPts val="1300"/>
              </a:lnSpc>
            </a:pPr>
            <a:endParaRPr lang="en-US" sz="1400" b="1" dirty="0">
              <a:solidFill>
                <a:schemeClr val="tx1"/>
              </a:solidFill>
            </a:endParaRPr>
          </a:p>
          <a:p>
            <a:pPr algn="ctr">
              <a:lnSpc>
                <a:spcPts val="1300"/>
              </a:lnSpc>
            </a:pPr>
            <a:endParaRPr lang="en-US" sz="1400" b="1" dirty="0">
              <a:solidFill>
                <a:schemeClr val="tx1"/>
              </a:solidFill>
            </a:endParaRPr>
          </a:p>
        </p:txBody>
      </p:sp>
      <p:cxnSp>
        <p:nvCxnSpPr>
          <p:cNvPr id="470" name="Straight Arrow Connector 469">
            <a:extLst>
              <a:ext uri="{FF2B5EF4-FFF2-40B4-BE49-F238E27FC236}">
                <a16:creationId xmlns:a16="http://schemas.microsoft.com/office/drawing/2014/main" id="{ACD0C7B8-73B2-4B70-8DE0-1D302B8537BD}"/>
              </a:ext>
            </a:extLst>
          </p:cNvPr>
          <p:cNvCxnSpPr>
            <a:cxnSpLocks/>
          </p:cNvCxnSpPr>
          <p:nvPr/>
        </p:nvCxnSpPr>
        <p:spPr>
          <a:xfrm>
            <a:off x="1481753" y="2684256"/>
            <a:ext cx="227667" cy="0"/>
          </a:xfrm>
          <a:prstGeom prst="straightConnector1">
            <a:avLst/>
          </a:prstGeom>
          <a:ln w="158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1" name="Rectangle 470">
            <a:extLst>
              <a:ext uri="{FF2B5EF4-FFF2-40B4-BE49-F238E27FC236}">
                <a16:creationId xmlns:a16="http://schemas.microsoft.com/office/drawing/2014/main" id="{027D9C2F-13AF-4EEE-8F5C-0A86A64699B4}"/>
              </a:ext>
            </a:extLst>
          </p:cNvPr>
          <p:cNvSpPr/>
          <p:nvPr/>
        </p:nvSpPr>
        <p:spPr>
          <a:xfrm>
            <a:off x="2451399" y="575288"/>
            <a:ext cx="3806482" cy="29447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(FAA) Flight Information Management System </a:t>
            </a:r>
            <a:endParaRPr lang="en-US" sz="1400" b="1" dirty="0">
              <a:solidFill>
                <a:schemeClr val="tx1"/>
              </a:solidFill>
            </a:endParaRPr>
          </a:p>
        </p:txBody>
      </p:sp>
      <p:pic>
        <p:nvPicPr>
          <p:cNvPr id="472" name="Picture 471">
            <a:extLst>
              <a:ext uri="{FF2B5EF4-FFF2-40B4-BE49-F238E27FC236}">
                <a16:creationId xmlns:a16="http://schemas.microsoft.com/office/drawing/2014/main" id="{7C784D72-6149-48E4-80F1-81DABF536D7A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342356" y="3426175"/>
            <a:ext cx="290529" cy="274179"/>
          </a:xfrm>
          <a:prstGeom prst="rect">
            <a:avLst/>
          </a:prstGeom>
        </p:spPr>
      </p:pic>
      <p:pic>
        <p:nvPicPr>
          <p:cNvPr id="473" name="Picture 472" descr="A picture containing food, drawing, table&#10;&#10;Description automatically generated">
            <a:extLst>
              <a:ext uri="{FF2B5EF4-FFF2-40B4-BE49-F238E27FC236}">
                <a16:creationId xmlns:a16="http://schemas.microsoft.com/office/drawing/2014/main" id="{5445FFD0-71F7-4FCC-BB61-B548989E3694}"/>
              </a:ext>
            </a:extLst>
          </p:cNvPr>
          <p:cNvPicPr>
            <a:picLocks noChangeAspect="1"/>
          </p:cNvPicPr>
          <p:nvPr/>
        </p:nvPicPr>
        <p:blipFill rotWithShape="1">
          <a:blip r:embed="rId1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33" t="21810" r="28576" b="37671"/>
          <a:stretch/>
        </p:blipFill>
        <p:spPr>
          <a:xfrm>
            <a:off x="6319354" y="3807365"/>
            <a:ext cx="344666" cy="350502"/>
          </a:xfrm>
          <a:prstGeom prst="rect">
            <a:avLst/>
          </a:prstGeom>
        </p:spPr>
      </p:pic>
      <p:cxnSp>
        <p:nvCxnSpPr>
          <p:cNvPr id="474" name="Straight Connector 473">
            <a:extLst>
              <a:ext uri="{FF2B5EF4-FFF2-40B4-BE49-F238E27FC236}">
                <a16:creationId xmlns:a16="http://schemas.microsoft.com/office/drawing/2014/main" id="{678B9828-F28D-42B4-93C3-44483B01678F}"/>
              </a:ext>
            </a:extLst>
          </p:cNvPr>
          <p:cNvCxnSpPr/>
          <p:nvPr/>
        </p:nvCxnSpPr>
        <p:spPr>
          <a:xfrm>
            <a:off x="6706466" y="3359114"/>
            <a:ext cx="0" cy="126807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5" name="Rectangle 474">
            <a:extLst>
              <a:ext uri="{FF2B5EF4-FFF2-40B4-BE49-F238E27FC236}">
                <a16:creationId xmlns:a16="http://schemas.microsoft.com/office/drawing/2014/main" id="{D01AA01F-6FCE-423E-B439-EFD19EEE9A6F}"/>
              </a:ext>
            </a:extLst>
          </p:cNvPr>
          <p:cNvSpPr/>
          <p:nvPr/>
        </p:nvSpPr>
        <p:spPr>
          <a:xfrm>
            <a:off x="6257887" y="3341540"/>
            <a:ext cx="1455724" cy="1285644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tx1"/>
              </a:solidFill>
            </a:endParaRPr>
          </a:p>
        </p:txBody>
      </p:sp>
      <p:pic>
        <p:nvPicPr>
          <p:cNvPr id="476" name="Picture 475">
            <a:extLst>
              <a:ext uri="{FF2B5EF4-FFF2-40B4-BE49-F238E27FC236}">
                <a16:creationId xmlns:a16="http://schemas.microsoft.com/office/drawing/2014/main" id="{4346E2B7-F982-490B-89AD-2E1AD67FA0A5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316069" y="4237474"/>
            <a:ext cx="339530" cy="355809"/>
          </a:xfrm>
          <a:prstGeom prst="rect">
            <a:avLst/>
          </a:prstGeom>
        </p:spPr>
      </p:pic>
      <p:sp>
        <p:nvSpPr>
          <p:cNvPr id="477" name="Rectangle: Rounded Corners 476">
            <a:extLst>
              <a:ext uri="{FF2B5EF4-FFF2-40B4-BE49-F238E27FC236}">
                <a16:creationId xmlns:a16="http://schemas.microsoft.com/office/drawing/2014/main" id="{B7251372-AF50-4989-878A-BAFF392A00C1}"/>
              </a:ext>
            </a:extLst>
          </p:cNvPr>
          <p:cNvSpPr/>
          <p:nvPr/>
        </p:nvSpPr>
        <p:spPr>
          <a:xfrm>
            <a:off x="1712898" y="1039058"/>
            <a:ext cx="234188" cy="199527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8" name="TextBox 477">
            <a:extLst>
              <a:ext uri="{FF2B5EF4-FFF2-40B4-BE49-F238E27FC236}">
                <a16:creationId xmlns:a16="http://schemas.microsoft.com/office/drawing/2014/main" id="{FD3B3474-332B-4D4C-ABFD-4FA23D69F4CA}"/>
              </a:ext>
            </a:extLst>
          </p:cNvPr>
          <p:cNvSpPr txBox="1"/>
          <p:nvPr/>
        </p:nvSpPr>
        <p:spPr>
          <a:xfrm>
            <a:off x="1616915" y="1008034"/>
            <a:ext cx="4302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479" name="Rectangle: Rounded Corners 478">
            <a:extLst>
              <a:ext uri="{FF2B5EF4-FFF2-40B4-BE49-F238E27FC236}">
                <a16:creationId xmlns:a16="http://schemas.microsoft.com/office/drawing/2014/main" id="{66B6AA9E-1D4A-49A6-80E2-97FCF6F3A495}"/>
              </a:ext>
            </a:extLst>
          </p:cNvPr>
          <p:cNvSpPr/>
          <p:nvPr/>
        </p:nvSpPr>
        <p:spPr>
          <a:xfrm>
            <a:off x="1806589" y="1847496"/>
            <a:ext cx="234188" cy="199527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0" name="TextBox 479">
            <a:extLst>
              <a:ext uri="{FF2B5EF4-FFF2-40B4-BE49-F238E27FC236}">
                <a16:creationId xmlns:a16="http://schemas.microsoft.com/office/drawing/2014/main" id="{0F326801-7CD6-4BFF-9B87-63DACB218EA8}"/>
              </a:ext>
            </a:extLst>
          </p:cNvPr>
          <p:cNvSpPr txBox="1"/>
          <p:nvPr/>
        </p:nvSpPr>
        <p:spPr>
          <a:xfrm>
            <a:off x="1771637" y="1825408"/>
            <a:ext cx="3266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2</a:t>
            </a:r>
          </a:p>
        </p:txBody>
      </p:sp>
      <p:cxnSp>
        <p:nvCxnSpPr>
          <p:cNvPr id="481" name="Straight Arrow Connector 480">
            <a:extLst>
              <a:ext uri="{FF2B5EF4-FFF2-40B4-BE49-F238E27FC236}">
                <a16:creationId xmlns:a16="http://schemas.microsoft.com/office/drawing/2014/main" id="{C96A7DA9-9A9D-4190-90E4-A6FA96175415}"/>
              </a:ext>
            </a:extLst>
          </p:cNvPr>
          <p:cNvCxnSpPr>
            <a:cxnSpLocks/>
            <a:endCxn id="436" idx="2"/>
          </p:cNvCxnSpPr>
          <p:nvPr/>
        </p:nvCxnSpPr>
        <p:spPr>
          <a:xfrm flipV="1">
            <a:off x="4873085" y="2101935"/>
            <a:ext cx="0" cy="264851"/>
          </a:xfrm>
          <a:prstGeom prst="straightConnector1">
            <a:avLst/>
          </a:prstGeom>
          <a:ln w="15875">
            <a:solidFill>
              <a:schemeClr val="tx1"/>
            </a:solidFill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2" name="Rectangle: Rounded Corners 481">
            <a:extLst>
              <a:ext uri="{FF2B5EF4-FFF2-40B4-BE49-F238E27FC236}">
                <a16:creationId xmlns:a16="http://schemas.microsoft.com/office/drawing/2014/main" id="{E6C0B1C7-E703-4067-9F75-FE2386152796}"/>
              </a:ext>
            </a:extLst>
          </p:cNvPr>
          <p:cNvSpPr/>
          <p:nvPr/>
        </p:nvSpPr>
        <p:spPr>
          <a:xfrm>
            <a:off x="3977490" y="1853587"/>
            <a:ext cx="234188" cy="199527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3" name="TextBox 482">
            <a:extLst>
              <a:ext uri="{FF2B5EF4-FFF2-40B4-BE49-F238E27FC236}">
                <a16:creationId xmlns:a16="http://schemas.microsoft.com/office/drawing/2014/main" id="{50CA94AA-5CAA-4BDB-86ED-71F92F06A561}"/>
              </a:ext>
            </a:extLst>
          </p:cNvPr>
          <p:cNvSpPr txBox="1"/>
          <p:nvPr/>
        </p:nvSpPr>
        <p:spPr>
          <a:xfrm>
            <a:off x="3953217" y="1831684"/>
            <a:ext cx="4302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484" name="Rectangle 483">
            <a:extLst>
              <a:ext uri="{FF2B5EF4-FFF2-40B4-BE49-F238E27FC236}">
                <a16:creationId xmlns:a16="http://schemas.microsoft.com/office/drawing/2014/main" id="{BE539DE9-ECE9-4671-8953-664F60D2E012}"/>
              </a:ext>
            </a:extLst>
          </p:cNvPr>
          <p:cNvSpPr/>
          <p:nvPr/>
        </p:nvSpPr>
        <p:spPr>
          <a:xfrm>
            <a:off x="6223551" y="1310673"/>
            <a:ext cx="2045710" cy="89063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5" name="Rectangle 484">
            <a:extLst>
              <a:ext uri="{FF2B5EF4-FFF2-40B4-BE49-F238E27FC236}">
                <a16:creationId xmlns:a16="http://schemas.microsoft.com/office/drawing/2014/main" id="{CBE55450-A27C-4C84-AF88-6C5C503F4361}"/>
              </a:ext>
            </a:extLst>
          </p:cNvPr>
          <p:cNvSpPr/>
          <p:nvPr/>
        </p:nvSpPr>
        <p:spPr>
          <a:xfrm>
            <a:off x="6299663" y="1376853"/>
            <a:ext cx="1864466" cy="38464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    Fault Trees, Safety   Assurance Cases</a:t>
            </a:r>
          </a:p>
        </p:txBody>
      </p:sp>
      <p:sp>
        <p:nvSpPr>
          <p:cNvPr id="486" name="Rectangle 485">
            <a:extLst>
              <a:ext uri="{FF2B5EF4-FFF2-40B4-BE49-F238E27FC236}">
                <a16:creationId xmlns:a16="http://schemas.microsoft.com/office/drawing/2014/main" id="{7FEC7B79-3D28-4D0A-8301-6B971B9FB366}"/>
              </a:ext>
            </a:extLst>
          </p:cNvPr>
          <p:cNvSpPr/>
          <p:nvPr/>
        </p:nvSpPr>
        <p:spPr>
          <a:xfrm>
            <a:off x="6299663" y="1854685"/>
            <a:ext cx="1871437" cy="26701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Research data</a:t>
            </a:r>
          </a:p>
        </p:txBody>
      </p:sp>
      <p:sp>
        <p:nvSpPr>
          <p:cNvPr id="487" name="Rectangle: Rounded Corners 486">
            <a:extLst>
              <a:ext uri="{FF2B5EF4-FFF2-40B4-BE49-F238E27FC236}">
                <a16:creationId xmlns:a16="http://schemas.microsoft.com/office/drawing/2014/main" id="{88934359-3FF1-4646-9E6B-9053B50AC2C2}"/>
              </a:ext>
            </a:extLst>
          </p:cNvPr>
          <p:cNvSpPr/>
          <p:nvPr/>
        </p:nvSpPr>
        <p:spPr>
          <a:xfrm>
            <a:off x="6358932" y="1492092"/>
            <a:ext cx="234188" cy="199527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8" name="TextBox 487">
            <a:extLst>
              <a:ext uri="{FF2B5EF4-FFF2-40B4-BE49-F238E27FC236}">
                <a16:creationId xmlns:a16="http://schemas.microsoft.com/office/drawing/2014/main" id="{E88D83DC-453C-4207-8BA9-A40FF06333AA}"/>
              </a:ext>
            </a:extLst>
          </p:cNvPr>
          <p:cNvSpPr txBox="1"/>
          <p:nvPr/>
        </p:nvSpPr>
        <p:spPr>
          <a:xfrm>
            <a:off x="6358932" y="1468664"/>
            <a:ext cx="3854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489" name="Rectangle: Rounded Corners 488">
            <a:extLst>
              <a:ext uri="{FF2B5EF4-FFF2-40B4-BE49-F238E27FC236}">
                <a16:creationId xmlns:a16="http://schemas.microsoft.com/office/drawing/2014/main" id="{436AA06C-FC69-46F9-A3A1-93D82160551A}"/>
              </a:ext>
            </a:extLst>
          </p:cNvPr>
          <p:cNvSpPr/>
          <p:nvPr/>
        </p:nvSpPr>
        <p:spPr>
          <a:xfrm>
            <a:off x="6351200" y="1889318"/>
            <a:ext cx="234188" cy="199527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0" name="TextBox 489">
            <a:extLst>
              <a:ext uri="{FF2B5EF4-FFF2-40B4-BE49-F238E27FC236}">
                <a16:creationId xmlns:a16="http://schemas.microsoft.com/office/drawing/2014/main" id="{D8159564-AD05-4F38-99EF-5A3838C2811A}"/>
              </a:ext>
            </a:extLst>
          </p:cNvPr>
          <p:cNvSpPr txBox="1"/>
          <p:nvPr/>
        </p:nvSpPr>
        <p:spPr>
          <a:xfrm>
            <a:off x="6351200" y="1866420"/>
            <a:ext cx="3854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491" name="Rectangle 490">
            <a:extLst>
              <a:ext uri="{FF2B5EF4-FFF2-40B4-BE49-F238E27FC236}">
                <a16:creationId xmlns:a16="http://schemas.microsoft.com/office/drawing/2014/main" id="{4A4F59F4-43D5-4D39-81BF-19CDC6F635EF}"/>
              </a:ext>
            </a:extLst>
          </p:cNvPr>
          <p:cNvSpPr/>
          <p:nvPr/>
        </p:nvSpPr>
        <p:spPr>
          <a:xfrm>
            <a:off x="1722035" y="31188"/>
            <a:ext cx="4535841" cy="29072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National Airspace System (NAS Data Sources)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492" name="TextBox 491">
            <a:extLst>
              <a:ext uri="{FF2B5EF4-FFF2-40B4-BE49-F238E27FC236}">
                <a16:creationId xmlns:a16="http://schemas.microsoft.com/office/drawing/2014/main" id="{92E95D82-9547-476D-B52A-195A216331F9}"/>
              </a:ext>
            </a:extLst>
          </p:cNvPr>
          <p:cNvSpPr txBox="1"/>
          <p:nvPr/>
        </p:nvSpPr>
        <p:spPr>
          <a:xfrm>
            <a:off x="4755223" y="846571"/>
            <a:ext cx="1529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Directives &amp; Constraints</a:t>
            </a:r>
          </a:p>
        </p:txBody>
      </p:sp>
      <p:cxnSp>
        <p:nvCxnSpPr>
          <p:cNvPr id="493" name="Straight Arrow Connector 492">
            <a:extLst>
              <a:ext uri="{FF2B5EF4-FFF2-40B4-BE49-F238E27FC236}">
                <a16:creationId xmlns:a16="http://schemas.microsoft.com/office/drawing/2014/main" id="{F82208DD-13BA-49A3-A69F-AA8FA676DFD4}"/>
              </a:ext>
            </a:extLst>
          </p:cNvPr>
          <p:cNvCxnSpPr>
            <a:cxnSpLocks/>
          </p:cNvCxnSpPr>
          <p:nvPr/>
        </p:nvCxnSpPr>
        <p:spPr>
          <a:xfrm flipV="1">
            <a:off x="4766917" y="850734"/>
            <a:ext cx="1" cy="477323"/>
          </a:xfrm>
          <a:prstGeom prst="straightConnector1">
            <a:avLst/>
          </a:prstGeom>
          <a:ln w="15875">
            <a:solidFill>
              <a:schemeClr val="tx1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4" name="TextBox 493">
            <a:extLst>
              <a:ext uri="{FF2B5EF4-FFF2-40B4-BE49-F238E27FC236}">
                <a16:creationId xmlns:a16="http://schemas.microsoft.com/office/drawing/2014/main" id="{27A5D219-0D80-4BE9-96C3-78C312E32694}"/>
              </a:ext>
            </a:extLst>
          </p:cNvPr>
          <p:cNvSpPr txBox="1"/>
          <p:nvPr/>
        </p:nvSpPr>
        <p:spPr>
          <a:xfrm>
            <a:off x="2777207" y="866392"/>
            <a:ext cx="17620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Requests, Decisions</a:t>
            </a:r>
            <a:br>
              <a:rPr lang="en-US" sz="1200" dirty="0"/>
            </a:br>
            <a:r>
              <a:rPr lang="en-US" sz="1200" dirty="0"/>
              <a:t>Operations, Deviations</a:t>
            </a:r>
          </a:p>
        </p:txBody>
      </p:sp>
      <p:cxnSp>
        <p:nvCxnSpPr>
          <p:cNvPr id="495" name="Straight Arrow Connector 494">
            <a:extLst>
              <a:ext uri="{FF2B5EF4-FFF2-40B4-BE49-F238E27FC236}">
                <a16:creationId xmlns:a16="http://schemas.microsoft.com/office/drawing/2014/main" id="{7095F6FB-9666-4B45-8436-FF45E03435FF}"/>
              </a:ext>
            </a:extLst>
          </p:cNvPr>
          <p:cNvCxnSpPr>
            <a:cxnSpLocks/>
          </p:cNvCxnSpPr>
          <p:nvPr/>
        </p:nvCxnSpPr>
        <p:spPr>
          <a:xfrm flipV="1">
            <a:off x="2805171" y="843567"/>
            <a:ext cx="0" cy="453623"/>
          </a:xfrm>
          <a:prstGeom prst="straightConnector1">
            <a:avLst/>
          </a:prstGeom>
          <a:ln w="15875">
            <a:solidFill>
              <a:schemeClr val="tx1"/>
            </a:solidFill>
            <a:headEnd type="non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6" name="Straight Arrow Connector 495">
            <a:extLst>
              <a:ext uri="{FF2B5EF4-FFF2-40B4-BE49-F238E27FC236}">
                <a16:creationId xmlns:a16="http://schemas.microsoft.com/office/drawing/2014/main" id="{E5AA5ACD-81A0-47C9-901C-081CA6EB271C}"/>
              </a:ext>
            </a:extLst>
          </p:cNvPr>
          <p:cNvCxnSpPr>
            <a:cxnSpLocks/>
            <a:endCxn id="484" idx="1"/>
          </p:cNvCxnSpPr>
          <p:nvPr/>
        </p:nvCxnSpPr>
        <p:spPr>
          <a:xfrm flipV="1">
            <a:off x="5925832" y="1755988"/>
            <a:ext cx="297719" cy="5516"/>
          </a:xfrm>
          <a:prstGeom prst="straightConnector1">
            <a:avLst/>
          </a:prstGeom>
          <a:ln w="15875">
            <a:solidFill>
              <a:schemeClr val="tx1"/>
            </a:solidFill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7" name="Straight Arrow Connector 496">
            <a:extLst>
              <a:ext uri="{FF2B5EF4-FFF2-40B4-BE49-F238E27FC236}">
                <a16:creationId xmlns:a16="http://schemas.microsoft.com/office/drawing/2014/main" id="{2C7A6994-69C4-4200-8779-DBF14BC34414}"/>
              </a:ext>
            </a:extLst>
          </p:cNvPr>
          <p:cNvCxnSpPr>
            <a:cxnSpLocks/>
          </p:cNvCxnSpPr>
          <p:nvPr/>
        </p:nvCxnSpPr>
        <p:spPr>
          <a:xfrm flipV="1">
            <a:off x="3859618" y="307729"/>
            <a:ext cx="0" cy="264851"/>
          </a:xfrm>
          <a:prstGeom prst="straightConnector1">
            <a:avLst/>
          </a:prstGeom>
          <a:ln w="15875">
            <a:solidFill>
              <a:schemeClr val="tx1"/>
            </a:solidFill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8" name="Straight Arrow Connector 497">
            <a:extLst>
              <a:ext uri="{FF2B5EF4-FFF2-40B4-BE49-F238E27FC236}">
                <a16:creationId xmlns:a16="http://schemas.microsoft.com/office/drawing/2014/main" id="{180C6B3D-3638-4C30-8DFA-A90EC3869745}"/>
              </a:ext>
            </a:extLst>
          </p:cNvPr>
          <p:cNvCxnSpPr>
            <a:cxnSpLocks/>
          </p:cNvCxnSpPr>
          <p:nvPr/>
        </p:nvCxnSpPr>
        <p:spPr>
          <a:xfrm flipV="1">
            <a:off x="6954349" y="2834370"/>
            <a:ext cx="0" cy="249207"/>
          </a:xfrm>
          <a:prstGeom prst="straightConnector1">
            <a:avLst/>
          </a:prstGeom>
          <a:ln w="15875">
            <a:solidFill>
              <a:schemeClr val="tx1"/>
            </a:solidFill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9" name="Rectangle 498">
            <a:extLst>
              <a:ext uri="{FF2B5EF4-FFF2-40B4-BE49-F238E27FC236}">
                <a16:creationId xmlns:a16="http://schemas.microsoft.com/office/drawing/2014/main" id="{557A2555-E9FA-4BF2-AFE5-DDA256186D5E}"/>
              </a:ext>
            </a:extLst>
          </p:cNvPr>
          <p:cNvSpPr/>
          <p:nvPr/>
        </p:nvSpPr>
        <p:spPr>
          <a:xfrm>
            <a:off x="6473367" y="36891"/>
            <a:ext cx="204096" cy="194656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0" name="Rectangle 499">
            <a:extLst>
              <a:ext uri="{FF2B5EF4-FFF2-40B4-BE49-F238E27FC236}">
                <a16:creationId xmlns:a16="http://schemas.microsoft.com/office/drawing/2014/main" id="{F9775E46-C2B6-4C1F-9FDA-ACFCC3EFDE04}"/>
              </a:ext>
            </a:extLst>
          </p:cNvPr>
          <p:cNvSpPr/>
          <p:nvPr/>
        </p:nvSpPr>
        <p:spPr>
          <a:xfrm>
            <a:off x="6473367" y="416005"/>
            <a:ext cx="204096" cy="19465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2" name="TextBox 501">
            <a:extLst>
              <a:ext uri="{FF2B5EF4-FFF2-40B4-BE49-F238E27FC236}">
                <a16:creationId xmlns:a16="http://schemas.microsoft.com/office/drawing/2014/main" id="{DE175F10-2C20-41AC-8C51-755F139227FA}"/>
              </a:ext>
            </a:extLst>
          </p:cNvPr>
          <p:cNvSpPr txBox="1"/>
          <p:nvPr/>
        </p:nvSpPr>
        <p:spPr>
          <a:xfrm>
            <a:off x="6629477" y="-5495"/>
            <a:ext cx="1917309" cy="4090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</a:pPr>
            <a:r>
              <a:rPr lang="en-US" sz="1400" dirty="0"/>
              <a:t>NAS &amp; </a:t>
            </a:r>
            <a:br>
              <a:rPr lang="en-US" sz="1400" dirty="0"/>
            </a:br>
            <a:r>
              <a:rPr lang="en-US" sz="1400" dirty="0"/>
              <a:t>supporting services</a:t>
            </a:r>
          </a:p>
        </p:txBody>
      </p:sp>
      <p:sp>
        <p:nvSpPr>
          <p:cNvPr id="503" name="TextBox 502">
            <a:extLst>
              <a:ext uri="{FF2B5EF4-FFF2-40B4-BE49-F238E27FC236}">
                <a16:creationId xmlns:a16="http://schemas.microsoft.com/office/drawing/2014/main" id="{873E9C22-24C2-4C4F-AF06-9225F4D4A85C}"/>
              </a:ext>
            </a:extLst>
          </p:cNvPr>
          <p:cNvSpPr txBox="1"/>
          <p:nvPr/>
        </p:nvSpPr>
        <p:spPr>
          <a:xfrm>
            <a:off x="6617504" y="346520"/>
            <a:ext cx="17647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Dronolytics: </a:t>
            </a:r>
            <a:br>
              <a:rPr lang="en-US" sz="1400" dirty="0"/>
            </a:br>
            <a:r>
              <a:rPr lang="en-US" sz="1400" dirty="0"/>
              <a:t>on-board &amp; off-board</a:t>
            </a:r>
          </a:p>
        </p:txBody>
      </p:sp>
      <p:sp>
        <p:nvSpPr>
          <p:cNvPr id="505" name="Rectangle 504">
            <a:extLst>
              <a:ext uri="{FF2B5EF4-FFF2-40B4-BE49-F238E27FC236}">
                <a16:creationId xmlns:a16="http://schemas.microsoft.com/office/drawing/2014/main" id="{357E8DE4-4F59-4C6A-9D73-7943217C0DD7}"/>
              </a:ext>
            </a:extLst>
          </p:cNvPr>
          <p:cNvSpPr/>
          <p:nvPr/>
        </p:nvSpPr>
        <p:spPr>
          <a:xfrm>
            <a:off x="12166" y="2364164"/>
            <a:ext cx="1469587" cy="59889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506" name="Straight Arrow Connector 505">
            <a:extLst>
              <a:ext uri="{FF2B5EF4-FFF2-40B4-BE49-F238E27FC236}">
                <a16:creationId xmlns:a16="http://schemas.microsoft.com/office/drawing/2014/main" id="{A9500F3E-374B-4ED7-B757-B9147CA51E72}"/>
              </a:ext>
            </a:extLst>
          </p:cNvPr>
          <p:cNvCxnSpPr>
            <a:cxnSpLocks/>
          </p:cNvCxnSpPr>
          <p:nvPr/>
        </p:nvCxnSpPr>
        <p:spPr>
          <a:xfrm flipV="1">
            <a:off x="1454706" y="2121698"/>
            <a:ext cx="259126" cy="242466"/>
          </a:xfrm>
          <a:prstGeom prst="straightConnector1">
            <a:avLst/>
          </a:prstGeom>
          <a:ln w="158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7" name="Straight Arrow Connector 506">
            <a:extLst>
              <a:ext uri="{FF2B5EF4-FFF2-40B4-BE49-F238E27FC236}">
                <a16:creationId xmlns:a16="http://schemas.microsoft.com/office/drawing/2014/main" id="{62C48BBF-C51C-42EF-B355-9EC9C349E36A}"/>
              </a:ext>
            </a:extLst>
          </p:cNvPr>
          <p:cNvCxnSpPr>
            <a:cxnSpLocks/>
          </p:cNvCxnSpPr>
          <p:nvPr/>
        </p:nvCxnSpPr>
        <p:spPr>
          <a:xfrm>
            <a:off x="1476925" y="709496"/>
            <a:ext cx="227667" cy="0"/>
          </a:xfrm>
          <a:prstGeom prst="straightConnector1">
            <a:avLst/>
          </a:prstGeom>
          <a:ln w="15875">
            <a:solidFill>
              <a:schemeClr val="tx1"/>
            </a:solidFill>
            <a:headEnd type="triangle" w="med" len="sm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8" name="Straight Connector 507">
            <a:extLst>
              <a:ext uri="{FF2B5EF4-FFF2-40B4-BE49-F238E27FC236}">
                <a16:creationId xmlns:a16="http://schemas.microsoft.com/office/drawing/2014/main" id="{233FE51B-98F7-4AF7-A039-5CB8B3544F6E}"/>
              </a:ext>
            </a:extLst>
          </p:cNvPr>
          <p:cNvCxnSpPr>
            <a:stCxn id="462" idx="1"/>
            <a:endCxn id="462" idx="3"/>
          </p:cNvCxnSpPr>
          <p:nvPr/>
        </p:nvCxnSpPr>
        <p:spPr>
          <a:xfrm>
            <a:off x="1722036" y="2596290"/>
            <a:ext cx="5978329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9" name="Rectangle 508">
            <a:extLst>
              <a:ext uri="{FF2B5EF4-FFF2-40B4-BE49-F238E27FC236}">
                <a16:creationId xmlns:a16="http://schemas.microsoft.com/office/drawing/2014/main" id="{ADECBC83-43C2-45F0-AD7E-0250FD06630F}"/>
              </a:ext>
            </a:extLst>
          </p:cNvPr>
          <p:cNvSpPr/>
          <p:nvPr/>
        </p:nvSpPr>
        <p:spPr>
          <a:xfrm>
            <a:off x="73020" y="707176"/>
            <a:ext cx="1369266" cy="199140"/>
          </a:xfrm>
          <a:prstGeom prst="rect">
            <a:avLst/>
          </a:prstGeom>
          <a:solidFill>
            <a:srgbClr val="FFEDB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10" name="TextBox 509">
            <a:extLst>
              <a:ext uri="{FF2B5EF4-FFF2-40B4-BE49-F238E27FC236}">
                <a16:creationId xmlns:a16="http://schemas.microsoft.com/office/drawing/2014/main" id="{72DEC2DE-118F-46FA-953D-E8A5B2245C80}"/>
              </a:ext>
            </a:extLst>
          </p:cNvPr>
          <p:cNvSpPr txBox="1"/>
          <p:nvPr/>
        </p:nvSpPr>
        <p:spPr>
          <a:xfrm>
            <a:off x="-50194" y="-50448"/>
            <a:ext cx="159165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/>
              <a:t>Supplemental Data Service Providers (SDSPs)</a:t>
            </a:r>
            <a:br>
              <a:rPr lang="en-US" sz="1400" dirty="0"/>
            </a:br>
            <a:endParaRPr lang="en-US" sz="1400" dirty="0"/>
          </a:p>
        </p:txBody>
      </p:sp>
      <p:sp>
        <p:nvSpPr>
          <p:cNvPr id="511" name="TextBox 510">
            <a:extLst>
              <a:ext uri="{FF2B5EF4-FFF2-40B4-BE49-F238E27FC236}">
                <a16:creationId xmlns:a16="http://schemas.microsoft.com/office/drawing/2014/main" id="{115DE973-361F-4E61-B032-8E7637B84B18}"/>
              </a:ext>
            </a:extLst>
          </p:cNvPr>
          <p:cNvSpPr txBox="1"/>
          <p:nvPr/>
        </p:nvSpPr>
        <p:spPr>
          <a:xfrm>
            <a:off x="18682" y="672524"/>
            <a:ext cx="146414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Aeronautical Info (AIXM)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2" name="Rectangle 511">
            <a:extLst>
              <a:ext uri="{FF2B5EF4-FFF2-40B4-BE49-F238E27FC236}">
                <a16:creationId xmlns:a16="http://schemas.microsoft.com/office/drawing/2014/main" id="{212F73F9-C502-407C-9E10-55DA927467FE}"/>
              </a:ext>
            </a:extLst>
          </p:cNvPr>
          <p:cNvSpPr/>
          <p:nvPr/>
        </p:nvSpPr>
        <p:spPr>
          <a:xfrm>
            <a:off x="67650" y="967405"/>
            <a:ext cx="1369266" cy="199140"/>
          </a:xfrm>
          <a:prstGeom prst="rect">
            <a:avLst/>
          </a:prstGeom>
          <a:solidFill>
            <a:srgbClr val="FFEDB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13" name="TextBox 512">
            <a:extLst>
              <a:ext uri="{FF2B5EF4-FFF2-40B4-BE49-F238E27FC236}">
                <a16:creationId xmlns:a16="http://schemas.microsoft.com/office/drawing/2014/main" id="{82EEA209-06AD-4079-B1EE-2BD15709094C}"/>
              </a:ext>
            </a:extLst>
          </p:cNvPr>
          <p:cNvSpPr txBox="1"/>
          <p:nvPr/>
        </p:nvSpPr>
        <p:spPr>
          <a:xfrm>
            <a:off x="13312" y="939059"/>
            <a:ext cx="146414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Weather (WXXM)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4" name="Rectangle 513">
            <a:extLst>
              <a:ext uri="{FF2B5EF4-FFF2-40B4-BE49-F238E27FC236}">
                <a16:creationId xmlns:a16="http://schemas.microsoft.com/office/drawing/2014/main" id="{C44A0109-B0EB-406C-8064-5823BD63F9CD}"/>
              </a:ext>
            </a:extLst>
          </p:cNvPr>
          <p:cNvSpPr/>
          <p:nvPr/>
        </p:nvSpPr>
        <p:spPr>
          <a:xfrm>
            <a:off x="62023" y="1223396"/>
            <a:ext cx="1369266" cy="199140"/>
          </a:xfrm>
          <a:prstGeom prst="rect">
            <a:avLst/>
          </a:prstGeom>
          <a:solidFill>
            <a:srgbClr val="FFEDB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15" name="TextBox 514">
            <a:extLst>
              <a:ext uri="{FF2B5EF4-FFF2-40B4-BE49-F238E27FC236}">
                <a16:creationId xmlns:a16="http://schemas.microsoft.com/office/drawing/2014/main" id="{2D9C2E99-2E2E-4924-BCFC-F53EC632A3F1}"/>
              </a:ext>
            </a:extLst>
          </p:cNvPr>
          <p:cNvSpPr txBox="1"/>
          <p:nvPr/>
        </p:nvSpPr>
        <p:spPr>
          <a:xfrm>
            <a:off x="7685" y="1195050"/>
            <a:ext cx="146414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Flight Info (FIXM)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6" name="Rectangle 515">
            <a:extLst>
              <a:ext uri="{FF2B5EF4-FFF2-40B4-BE49-F238E27FC236}">
                <a16:creationId xmlns:a16="http://schemas.microsoft.com/office/drawing/2014/main" id="{7F995229-8CD4-469D-91A9-52D5BCD0CDB2}"/>
              </a:ext>
            </a:extLst>
          </p:cNvPr>
          <p:cNvSpPr/>
          <p:nvPr/>
        </p:nvSpPr>
        <p:spPr>
          <a:xfrm>
            <a:off x="62023" y="1478407"/>
            <a:ext cx="1369266" cy="199140"/>
          </a:xfrm>
          <a:custGeom>
            <a:avLst/>
            <a:gdLst>
              <a:gd name="connsiteX0" fmla="*/ 0 w 1369266"/>
              <a:gd name="connsiteY0" fmla="*/ 0 h 199140"/>
              <a:gd name="connsiteX1" fmla="*/ 470115 w 1369266"/>
              <a:gd name="connsiteY1" fmla="*/ 0 h 199140"/>
              <a:gd name="connsiteX2" fmla="*/ 926537 w 1369266"/>
              <a:gd name="connsiteY2" fmla="*/ 0 h 199140"/>
              <a:gd name="connsiteX3" fmla="*/ 1369266 w 1369266"/>
              <a:gd name="connsiteY3" fmla="*/ 0 h 199140"/>
              <a:gd name="connsiteX4" fmla="*/ 1369266 w 1369266"/>
              <a:gd name="connsiteY4" fmla="*/ 199140 h 199140"/>
              <a:gd name="connsiteX5" fmla="*/ 912844 w 1369266"/>
              <a:gd name="connsiteY5" fmla="*/ 199140 h 199140"/>
              <a:gd name="connsiteX6" fmla="*/ 483807 w 1369266"/>
              <a:gd name="connsiteY6" fmla="*/ 199140 h 199140"/>
              <a:gd name="connsiteX7" fmla="*/ 0 w 1369266"/>
              <a:gd name="connsiteY7" fmla="*/ 199140 h 199140"/>
              <a:gd name="connsiteX8" fmla="*/ 0 w 1369266"/>
              <a:gd name="connsiteY8" fmla="*/ 0 h 199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69266" h="199140" fill="none" extrusionOk="0">
                <a:moveTo>
                  <a:pt x="0" y="0"/>
                </a:moveTo>
                <a:cubicBezTo>
                  <a:pt x="133575" y="-28555"/>
                  <a:pt x="262664" y="38287"/>
                  <a:pt x="470115" y="0"/>
                </a:cubicBezTo>
                <a:cubicBezTo>
                  <a:pt x="677567" y="-38287"/>
                  <a:pt x="744462" y="4091"/>
                  <a:pt x="926537" y="0"/>
                </a:cubicBezTo>
                <a:cubicBezTo>
                  <a:pt x="1108612" y="-4091"/>
                  <a:pt x="1264333" y="10427"/>
                  <a:pt x="1369266" y="0"/>
                </a:cubicBezTo>
                <a:cubicBezTo>
                  <a:pt x="1385853" y="42962"/>
                  <a:pt x="1350104" y="104777"/>
                  <a:pt x="1369266" y="199140"/>
                </a:cubicBezTo>
                <a:cubicBezTo>
                  <a:pt x="1205023" y="230386"/>
                  <a:pt x="1055894" y="191096"/>
                  <a:pt x="912844" y="199140"/>
                </a:cubicBezTo>
                <a:cubicBezTo>
                  <a:pt x="769794" y="207184"/>
                  <a:pt x="640540" y="152150"/>
                  <a:pt x="483807" y="199140"/>
                </a:cubicBezTo>
                <a:cubicBezTo>
                  <a:pt x="327074" y="246130"/>
                  <a:pt x="114612" y="179165"/>
                  <a:pt x="0" y="199140"/>
                </a:cubicBezTo>
                <a:cubicBezTo>
                  <a:pt x="-13512" y="152103"/>
                  <a:pt x="15582" y="48416"/>
                  <a:pt x="0" y="0"/>
                </a:cubicBezTo>
                <a:close/>
              </a:path>
              <a:path w="1369266" h="199140" stroke="0" extrusionOk="0">
                <a:moveTo>
                  <a:pt x="0" y="0"/>
                </a:moveTo>
                <a:cubicBezTo>
                  <a:pt x="87358" y="-35820"/>
                  <a:pt x="307128" y="1514"/>
                  <a:pt x="429037" y="0"/>
                </a:cubicBezTo>
                <a:cubicBezTo>
                  <a:pt x="550946" y="-1514"/>
                  <a:pt x="723848" y="2899"/>
                  <a:pt x="899151" y="0"/>
                </a:cubicBezTo>
                <a:cubicBezTo>
                  <a:pt x="1074454" y="-2899"/>
                  <a:pt x="1159745" y="53293"/>
                  <a:pt x="1369266" y="0"/>
                </a:cubicBezTo>
                <a:cubicBezTo>
                  <a:pt x="1378732" y="67668"/>
                  <a:pt x="1351395" y="134245"/>
                  <a:pt x="1369266" y="199140"/>
                </a:cubicBezTo>
                <a:cubicBezTo>
                  <a:pt x="1155733" y="206126"/>
                  <a:pt x="1115320" y="158659"/>
                  <a:pt x="926537" y="199140"/>
                </a:cubicBezTo>
                <a:cubicBezTo>
                  <a:pt x="737754" y="239621"/>
                  <a:pt x="601516" y="153209"/>
                  <a:pt x="442729" y="199140"/>
                </a:cubicBezTo>
                <a:cubicBezTo>
                  <a:pt x="283942" y="245071"/>
                  <a:pt x="111024" y="175576"/>
                  <a:pt x="0" y="199140"/>
                </a:cubicBezTo>
                <a:cubicBezTo>
                  <a:pt x="-11757" y="122934"/>
                  <a:pt x="17571" y="81810"/>
                  <a:pt x="0" y="0"/>
                </a:cubicBezTo>
                <a:close/>
              </a:path>
            </a:pathLst>
          </a:custGeom>
          <a:solidFill>
            <a:srgbClr val="FFEDB9"/>
          </a:solidFill>
          <a:ln>
            <a:solidFill>
              <a:schemeClr val="tx1"/>
            </a:solidFill>
            <a:prstDash val="lgDash"/>
            <a:extLst>
              <a:ext uri="{C807C97D-BFC1-408E-A445-0C87EB9F89A2}">
                <ask:lineSketchStyleProps xmlns:ask="http://schemas.microsoft.com/office/drawing/2018/sketchyshapes" sd="85285468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17" name="TextBox 516">
            <a:extLst>
              <a:ext uri="{FF2B5EF4-FFF2-40B4-BE49-F238E27FC236}">
                <a16:creationId xmlns:a16="http://schemas.microsoft.com/office/drawing/2014/main" id="{5F46EE29-B577-4412-A18B-99F3BBD0ADEF}"/>
              </a:ext>
            </a:extLst>
          </p:cNvPr>
          <p:cNvSpPr txBox="1"/>
          <p:nvPr/>
        </p:nvSpPr>
        <p:spPr>
          <a:xfrm>
            <a:off x="7685" y="1450061"/>
            <a:ext cx="146414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Low Altitude (LAXM)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18" name="Straight Arrow Connector 517">
            <a:extLst>
              <a:ext uri="{FF2B5EF4-FFF2-40B4-BE49-F238E27FC236}">
                <a16:creationId xmlns:a16="http://schemas.microsoft.com/office/drawing/2014/main" id="{A9C07D15-ABFE-4929-BB98-4748C66F1A01}"/>
              </a:ext>
            </a:extLst>
          </p:cNvPr>
          <p:cNvCxnSpPr>
            <a:cxnSpLocks/>
          </p:cNvCxnSpPr>
          <p:nvPr/>
        </p:nvCxnSpPr>
        <p:spPr>
          <a:xfrm>
            <a:off x="1479999" y="1590277"/>
            <a:ext cx="227667" cy="0"/>
          </a:xfrm>
          <a:prstGeom prst="straightConnector1">
            <a:avLst/>
          </a:prstGeom>
          <a:ln w="158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9" name="Rectangle 518">
            <a:extLst>
              <a:ext uri="{FF2B5EF4-FFF2-40B4-BE49-F238E27FC236}">
                <a16:creationId xmlns:a16="http://schemas.microsoft.com/office/drawing/2014/main" id="{523C100F-9592-4727-98FA-BFE9E0E76509}"/>
              </a:ext>
            </a:extLst>
          </p:cNvPr>
          <p:cNvSpPr/>
          <p:nvPr/>
        </p:nvSpPr>
        <p:spPr>
          <a:xfrm>
            <a:off x="1707666" y="569760"/>
            <a:ext cx="527761" cy="284168"/>
          </a:xfrm>
          <a:prstGeom prst="rect">
            <a:avLst/>
          </a:prstGeom>
          <a:solidFill>
            <a:srgbClr val="FFEDB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SWIM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20" name="TextBox 519">
            <a:extLst>
              <a:ext uri="{FF2B5EF4-FFF2-40B4-BE49-F238E27FC236}">
                <a16:creationId xmlns:a16="http://schemas.microsoft.com/office/drawing/2014/main" id="{593997EC-EB2C-4FE9-8DAB-1F4A2EE5B59A}"/>
              </a:ext>
            </a:extLst>
          </p:cNvPr>
          <p:cNvSpPr txBox="1"/>
          <p:nvPr/>
        </p:nvSpPr>
        <p:spPr>
          <a:xfrm>
            <a:off x="-94116" y="2364164"/>
            <a:ext cx="1686945" cy="63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GCS: Off-Board Dronolytics Runtime Monitoring</a:t>
            </a:r>
          </a:p>
        </p:txBody>
      </p:sp>
      <p:sp>
        <p:nvSpPr>
          <p:cNvPr id="521" name="Rectangle 520">
            <a:extLst>
              <a:ext uri="{FF2B5EF4-FFF2-40B4-BE49-F238E27FC236}">
                <a16:creationId xmlns:a16="http://schemas.microsoft.com/office/drawing/2014/main" id="{99AC7476-1BCE-42D7-91C5-59B167FB2FE1}"/>
              </a:ext>
            </a:extLst>
          </p:cNvPr>
          <p:cNvSpPr/>
          <p:nvPr/>
        </p:nvSpPr>
        <p:spPr>
          <a:xfrm>
            <a:off x="478771" y="1906551"/>
            <a:ext cx="527761" cy="284168"/>
          </a:xfrm>
          <a:prstGeom prst="rect">
            <a:avLst/>
          </a:prstGeom>
          <a:solidFill>
            <a:srgbClr val="FFEDB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SWIM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522" name="Straight Arrow Connector 521">
            <a:extLst>
              <a:ext uri="{FF2B5EF4-FFF2-40B4-BE49-F238E27FC236}">
                <a16:creationId xmlns:a16="http://schemas.microsoft.com/office/drawing/2014/main" id="{55312340-41DE-407E-9E7E-A2455C448393}"/>
              </a:ext>
            </a:extLst>
          </p:cNvPr>
          <p:cNvCxnSpPr>
            <a:cxnSpLocks/>
            <a:stCxn id="469" idx="2"/>
            <a:endCxn id="521" idx="0"/>
          </p:cNvCxnSpPr>
          <p:nvPr/>
        </p:nvCxnSpPr>
        <p:spPr>
          <a:xfrm flipH="1">
            <a:off x="742652" y="1744171"/>
            <a:ext cx="5276" cy="162380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sm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3" name="Straight Arrow Connector 522">
            <a:extLst>
              <a:ext uri="{FF2B5EF4-FFF2-40B4-BE49-F238E27FC236}">
                <a16:creationId xmlns:a16="http://schemas.microsoft.com/office/drawing/2014/main" id="{FB68B9C6-081E-4C36-A9E2-ACC7EC6EB52B}"/>
              </a:ext>
            </a:extLst>
          </p:cNvPr>
          <p:cNvCxnSpPr>
            <a:cxnSpLocks/>
          </p:cNvCxnSpPr>
          <p:nvPr/>
        </p:nvCxnSpPr>
        <p:spPr>
          <a:xfrm flipH="1">
            <a:off x="737258" y="2184333"/>
            <a:ext cx="5276" cy="162380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sm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4" name="Straight Arrow Connector 523">
            <a:extLst>
              <a:ext uri="{FF2B5EF4-FFF2-40B4-BE49-F238E27FC236}">
                <a16:creationId xmlns:a16="http://schemas.microsoft.com/office/drawing/2014/main" id="{36D2D91F-E1FB-4AFD-877A-ACAC34E956CE}"/>
              </a:ext>
            </a:extLst>
          </p:cNvPr>
          <p:cNvCxnSpPr>
            <a:cxnSpLocks/>
          </p:cNvCxnSpPr>
          <p:nvPr/>
        </p:nvCxnSpPr>
        <p:spPr>
          <a:xfrm>
            <a:off x="2223732" y="707176"/>
            <a:ext cx="227667" cy="0"/>
          </a:xfrm>
          <a:prstGeom prst="straightConnector1">
            <a:avLst/>
          </a:prstGeom>
          <a:ln w="15875">
            <a:solidFill>
              <a:schemeClr val="tx1"/>
            </a:solidFill>
            <a:headEnd type="triangle" w="med" len="sm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2908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141</TotalTime>
  <Words>132</Words>
  <Application>Microsoft Office PowerPoint</Application>
  <PresentationFormat>Custom</PresentationFormat>
  <Paragraphs>33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Jane Cleland-Huang</dc:creator>
  <cp:lastModifiedBy>Jane Cleland-Huang</cp:lastModifiedBy>
  <cp:revision>22</cp:revision>
  <dcterms:created xsi:type="dcterms:W3CDTF">2020-09-04T15:50:46Z</dcterms:created>
  <dcterms:modified xsi:type="dcterms:W3CDTF">2020-09-20T12:07:21Z</dcterms:modified>
</cp:coreProperties>
</file>