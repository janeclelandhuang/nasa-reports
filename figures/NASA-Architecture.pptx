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326563" cy="3292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2" y="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21" y="538838"/>
            <a:ext cx="6994922" cy="1146269"/>
          </a:xfrm>
        </p:spPr>
        <p:txBody>
          <a:bodyPr anchor="b"/>
          <a:lstStyle>
            <a:lvl1pPr algn="ctr">
              <a:defRPr sz="2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821" y="1729312"/>
            <a:ext cx="6994922" cy="794919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502" indent="0" algn="ctr">
              <a:buNone/>
              <a:defRPr sz="960"/>
            </a:lvl2pPr>
            <a:lvl3pPr marL="439003" indent="0" algn="ctr">
              <a:buNone/>
              <a:defRPr sz="864"/>
            </a:lvl3pPr>
            <a:lvl4pPr marL="658505" indent="0" algn="ctr">
              <a:buNone/>
              <a:defRPr sz="768"/>
            </a:lvl4pPr>
            <a:lvl5pPr marL="878007" indent="0" algn="ctr">
              <a:buNone/>
              <a:defRPr sz="768"/>
            </a:lvl5pPr>
            <a:lvl6pPr marL="1097509" indent="0" algn="ctr">
              <a:buNone/>
              <a:defRPr sz="768"/>
            </a:lvl6pPr>
            <a:lvl7pPr marL="1317010" indent="0" algn="ctr">
              <a:buNone/>
              <a:defRPr sz="768"/>
            </a:lvl7pPr>
            <a:lvl8pPr marL="1536512" indent="0" algn="ctr">
              <a:buNone/>
              <a:defRPr sz="768"/>
            </a:lvl8pPr>
            <a:lvl9pPr marL="1756014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8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0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343" y="820833"/>
            <a:ext cx="8044161" cy="1369578"/>
          </a:xfrm>
        </p:spPr>
        <p:txBody>
          <a:bodyPr anchor="b"/>
          <a:lstStyle>
            <a:lvl1pPr>
              <a:defRPr sz="2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343" y="2203367"/>
            <a:ext cx="8044161" cy="720229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502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9003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505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8007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509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7010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651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6014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57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1201" y="876469"/>
            <a:ext cx="3963789" cy="2089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573" y="876469"/>
            <a:ext cx="3963789" cy="2089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59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416" y="175294"/>
            <a:ext cx="8044161" cy="6363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416" y="807114"/>
            <a:ext cx="3945573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416" y="1202668"/>
            <a:ext cx="3945573" cy="1768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573" y="807114"/>
            <a:ext cx="3965004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573" y="1202668"/>
            <a:ext cx="3965004" cy="1768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2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4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5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416" y="219498"/>
            <a:ext cx="3008059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5004" y="474056"/>
            <a:ext cx="4721573" cy="2339791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416" y="987743"/>
            <a:ext cx="3008059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416" y="219498"/>
            <a:ext cx="3008059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65004" y="474056"/>
            <a:ext cx="4721573" cy="2339791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502" indent="0">
              <a:buNone/>
              <a:defRPr sz="1344"/>
            </a:lvl2pPr>
            <a:lvl3pPr marL="439003" indent="0">
              <a:buNone/>
              <a:defRPr sz="1152"/>
            </a:lvl3pPr>
            <a:lvl4pPr marL="658505" indent="0">
              <a:buNone/>
              <a:defRPr sz="960"/>
            </a:lvl4pPr>
            <a:lvl5pPr marL="878007" indent="0">
              <a:buNone/>
              <a:defRPr sz="960"/>
            </a:lvl5pPr>
            <a:lvl6pPr marL="1097509" indent="0">
              <a:buNone/>
              <a:defRPr sz="960"/>
            </a:lvl6pPr>
            <a:lvl7pPr marL="1317010" indent="0">
              <a:buNone/>
              <a:defRPr sz="960"/>
            </a:lvl7pPr>
            <a:lvl8pPr marL="1536512" indent="0">
              <a:buNone/>
              <a:defRPr sz="960"/>
            </a:lvl8pPr>
            <a:lvl9pPr marL="1756014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416" y="987743"/>
            <a:ext cx="3008059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6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1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4322" y="175294"/>
            <a:ext cx="2011040" cy="27902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1201" y="175294"/>
            <a:ext cx="5916538" cy="2790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8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1201" y="175294"/>
            <a:ext cx="8044161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1201" y="876469"/>
            <a:ext cx="8044161" cy="20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01" y="3051637"/>
            <a:ext cx="2098477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E9116-D522-4211-939C-0DA68BB9D00C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9424" y="3051637"/>
            <a:ext cx="3147715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86885" y="3051637"/>
            <a:ext cx="2098477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D7564-6CC8-46CC-B297-BC78CB027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7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9003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51" indent="-109751" algn="l" defTabSz="43900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25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754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256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758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259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761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626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765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50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9003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505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8007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509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701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51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6014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>
            <a:extLst>
              <a:ext uri="{FF2B5EF4-FFF2-40B4-BE49-F238E27FC236}">
                <a16:creationId xmlns:a16="http://schemas.microsoft.com/office/drawing/2014/main" id="{6EE0CAD8-CBC2-49F5-BDC0-88BBF0A44E5A}"/>
              </a:ext>
            </a:extLst>
          </p:cNvPr>
          <p:cNvSpPr/>
          <p:nvPr/>
        </p:nvSpPr>
        <p:spPr>
          <a:xfrm>
            <a:off x="3634832" y="1929064"/>
            <a:ext cx="3090902" cy="1302177"/>
          </a:xfrm>
          <a:prstGeom prst="rect">
            <a:avLst/>
          </a:prstGeom>
          <a:solidFill>
            <a:srgbClr val="E5E5E5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2252B07-B4EE-4C18-8613-F21B707F3ACB}"/>
              </a:ext>
            </a:extLst>
          </p:cNvPr>
          <p:cNvSpPr/>
          <p:nvPr/>
        </p:nvSpPr>
        <p:spPr>
          <a:xfrm>
            <a:off x="6925397" y="38910"/>
            <a:ext cx="2335689" cy="22637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FDAE6605-8EFB-4524-B448-9BF865C9E4AB}"/>
              </a:ext>
            </a:extLst>
          </p:cNvPr>
          <p:cNvSpPr/>
          <p:nvPr/>
        </p:nvSpPr>
        <p:spPr>
          <a:xfrm>
            <a:off x="7007614" y="166369"/>
            <a:ext cx="2193631" cy="1339266"/>
          </a:xfrm>
          <a:prstGeom prst="roundRect">
            <a:avLst>
              <a:gd name="adj" fmla="val 4035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0578D92-32D0-4F84-A909-DBAC99E98F0A}"/>
              </a:ext>
            </a:extLst>
          </p:cNvPr>
          <p:cNvSpPr/>
          <p:nvPr/>
        </p:nvSpPr>
        <p:spPr>
          <a:xfrm>
            <a:off x="38338" y="42671"/>
            <a:ext cx="6687396" cy="1532422"/>
          </a:xfrm>
          <a:prstGeom prst="rect">
            <a:avLst/>
          </a:prstGeom>
          <a:solidFill>
            <a:srgbClr val="E5E5E5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11A8BABB-293C-4FA1-897B-3C600D0442C3}"/>
              </a:ext>
            </a:extLst>
          </p:cNvPr>
          <p:cNvSpPr/>
          <p:nvPr/>
        </p:nvSpPr>
        <p:spPr>
          <a:xfrm>
            <a:off x="4083704" y="135129"/>
            <a:ext cx="2507251" cy="1326064"/>
          </a:xfrm>
          <a:prstGeom prst="roundRect">
            <a:avLst>
              <a:gd name="adj" fmla="val 403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EF78AE2A-7858-4B52-9B7B-CFA0D4D32767}"/>
              </a:ext>
            </a:extLst>
          </p:cNvPr>
          <p:cNvSpPr/>
          <p:nvPr/>
        </p:nvSpPr>
        <p:spPr>
          <a:xfrm>
            <a:off x="930319" y="135129"/>
            <a:ext cx="2963531" cy="1326064"/>
          </a:xfrm>
          <a:prstGeom prst="roundRect">
            <a:avLst>
              <a:gd name="adj" fmla="val 403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2D5AA07-A064-445A-B4DB-87CA8F24FC06}"/>
              </a:ext>
            </a:extLst>
          </p:cNvPr>
          <p:cNvSpPr/>
          <p:nvPr/>
        </p:nvSpPr>
        <p:spPr>
          <a:xfrm>
            <a:off x="38338" y="1910092"/>
            <a:ext cx="3331664" cy="984080"/>
          </a:xfrm>
          <a:prstGeom prst="rect">
            <a:avLst/>
          </a:prstGeom>
          <a:solidFill>
            <a:srgbClr val="E5E5E5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716412E-2430-4B12-9D5F-4EAD3D506FBA}"/>
              </a:ext>
            </a:extLst>
          </p:cNvPr>
          <p:cNvSpPr txBox="1"/>
          <p:nvPr/>
        </p:nvSpPr>
        <p:spPr>
          <a:xfrm>
            <a:off x="994624" y="140630"/>
            <a:ext cx="2912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 Narrow" panose="020B0606020202030204" pitchFamily="34" charset="0"/>
              </a:rPr>
              <a:t>Physical Drone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EC26930-C774-43E6-9DD5-25BCC96A87FA}"/>
              </a:ext>
            </a:extLst>
          </p:cNvPr>
          <p:cNvSpPr txBox="1"/>
          <p:nvPr/>
        </p:nvSpPr>
        <p:spPr>
          <a:xfrm>
            <a:off x="4551296" y="143581"/>
            <a:ext cx="2379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Narrow" panose="020B0606020202030204" pitchFamily="34" charset="0"/>
              </a:rPr>
              <a:t>ONBOARD</a:t>
            </a:r>
            <a:r>
              <a:rPr lang="en-US" sz="1400" dirty="0">
                <a:latin typeface="Arial Narrow" panose="020B0606020202030204" pitchFamily="34" charset="0"/>
              </a:rPr>
              <a:t> </a:t>
            </a:r>
            <a:r>
              <a:rPr lang="en-US" sz="1400" b="1" dirty="0">
                <a:latin typeface="Arial Narrow" panose="020B0606020202030204" pitchFamily="34" charset="0"/>
              </a:rPr>
              <a:t>COMPUTE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3A2C6948-79A9-4F6A-B848-ECC3D98AEFE9}"/>
              </a:ext>
            </a:extLst>
          </p:cNvPr>
          <p:cNvSpPr/>
          <p:nvPr/>
        </p:nvSpPr>
        <p:spPr>
          <a:xfrm>
            <a:off x="930320" y="1990308"/>
            <a:ext cx="2373010" cy="828470"/>
          </a:xfrm>
          <a:prstGeom prst="roundRect">
            <a:avLst>
              <a:gd name="adj" fmla="val 403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6B944E5-2143-42E5-B754-A18D437D6866}"/>
              </a:ext>
            </a:extLst>
          </p:cNvPr>
          <p:cNvSpPr txBox="1"/>
          <p:nvPr/>
        </p:nvSpPr>
        <p:spPr>
          <a:xfrm>
            <a:off x="77830" y="2421141"/>
            <a:ext cx="1296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Narrow" panose="020B0606020202030204" pitchFamily="34" charset="0"/>
              </a:rPr>
              <a:t>EDGE SERVICES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5B675A2-9985-4CF3-B17D-F70693D3D514}"/>
              </a:ext>
            </a:extLst>
          </p:cNvPr>
          <p:cNvSpPr txBox="1"/>
          <p:nvPr/>
        </p:nvSpPr>
        <p:spPr>
          <a:xfrm>
            <a:off x="38338" y="662663"/>
            <a:ext cx="8848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 Narrow" panose="020B0606020202030204" pitchFamily="34" charset="0"/>
              </a:rPr>
              <a:t>(sensors, signals)</a:t>
            </a: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F93C780-4CAB-4A4E-8934-050BC93BE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140" y="1963951"/>
            <a:ext cx="390926" cy="458780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AD246365-0729-4823-99FC-43CC23EB485E}"/>
              </a:ext>
            </a:extLst>
          </p:cNvPr>
          <p:cNvSpPr txBox="1"/>
          <p:nvPr/>
        </p:nvSpPr>
        <p:spPr>
          <a:xfrm>
            <a:off x="836340" y="1567914"/>
            <a:ext cx="2054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telemetry, LTE, wifi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5A3AE7D7-5D00-4ECE-8F1A-70CDA07DD7AE}"/>
              </a:ext>
            </a:extLst>
          </p:cNvPr>
          <p:cNvSpPr/>
          <p:nvPr/>
        </p:nvSpPr>
        <p:spPr>
          <a:xfrm>
            <a:off x="2522378" y="963294"/>
            <a:ext cx="1244815" cy="38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Flight Data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7ED023FE-144E-4D36-B525-D0F54C097551}"/>
              </a:ext>
            </a:extLst>
          </p:cNvPr>
          <p:cNvSpPr/>
          <p:nvPr/>
        </p:nvSpPr>
        <p:spPr>
          <a:xfrm>
            <a:off x="1107293" y="969627"/>
            <a:ext cx="1279499" cy="38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Flight Plan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68245114-2A33-4FC2-8C72-F30A4FF578B8}"/>
              </a:ext>
            </a:extLst>
          </p:cNvPr>
          <p:cNvSpPr/>
          <p:nvPr/>
        </p:nvSpPr>
        <p:spPr>
          <a:xfrm>
            <a:off x="2508714" y="472909"/>
            <a:ext cx="1244815" cy="38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Autonomous Navigation</a:t>
            </a: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87E10A02-9441-4937-9995-D586A8C6EA0D}"/>
              </a:ext>
            </a:extLst>
          </p:cNvPr>
          <p:cNvSpPr/>
          <p:nvPr/>
        </p:nvSpPr>
        <p:spPr>
          <a:xfrm>
            <a:off x="1107293" y="467158"/>
            <a:ext cx="1294803" cy="38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Autopilot </a:t>
            </a:r>
            <a:b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(px4, ardupilot,.)</a:t>
            </a: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6F07CDC4-2794-4954-88F4-BFFEA54AC8ED}"/>
              </a:ext>
            </a:extLst>
          </p:cNvPr>
          <p:cNvSpPr/>
          <p:nvPr/>
        </p:nvSpPr>
        <p:spPr>
          <a:xfrm>
            <a:off x="4247339" y="472443"/>
            <a:ext cx="861034" cy="38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Monitor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28E34069-566B-41E9-AF6B-7B74F5F792E5}"/>
              </a:ext>
            </a:extLst>
          </p:cNvPr>
          <p:cNvSpPr/>
          <p:nvPr/>
        </p:nvSpPr>
        <p:spPr>
          <a:xfrm>
            <a:off x="4247340" y="984365"/>
            <a:ext cx="839978" cy="38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DFB78CF4-5B4A-4125-8891-F6AA8C7FA051}"/>
              </a:ext>
            </a:extLst>
          </p:cNvPr>
          <p:cNvSpPr/>
          <p:nvPr/>
        </p:nvSpPr>
        <p:spPr>
          <a:xfrm>
            <a:off x="1960753" y="2047262"/>
            <a:ext cx="1257936" cy="7086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07EABE6C-7440-48BE-B388-65485D7BBAFA}"/>
              </a:ext>
            </a:extLst>
          </p:cNvPr>
          <p:cNvSpPr/>
          <p:nvPr/>
        </p:nvSpPr>
        <p:spPr>
          <a:xfrm>
            <a:off x="1015325" y="2047262"/>
            <a:ext cx="797111" cy="70416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Runtime Monitor</a:t>
            </a:r>
          </a:p>
        </p:txBody>
      </p:sp>
      <p:pic>
        <p:nvPicPr>
          <p:cNvPr id="204" name="Picture 203">
            <a:extLst>
              <a:ext uri="{FF2B5EF4-FFF2-40B4-BE49-F238E27FC236}">
                <a16:creationId xmlns:a16="http://schemas.microsoft.com/office/drawing/2014/main" id="{ED7BC3AB-1CF2-4C01-ADBD-AC7162AE655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44092" y="1461193"/>
            <a:ext cx="664005" cy="664005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6145386F-3AFF-4F9C-B346-CA7EE03CB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127" y="1897289"/>
            <a:ext cx="534587" cy="534587"/>
          </a:xfrm>
          <a:prstGeom prst="rect">
            <a:avLst/>
          </a:prstGeom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AD4081D6-3AAF-4E61-9755-059F8C818F51}"/>
              </a:ext>
            </a:extLst>
          </p:cNvPr>
          <p:cNvSpPr txBox="1"/>
          <p:nvPr/>
        </p:nvSpPr>
        <p:spPr>
          <a:xfrm>
            <a:off x="7032498" y="166369"/>
            <a:ext cx="2168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 Narrow" panose="020B0606020202030204" pitchFamily="34" charset="0"/>
              </a:rPr>
              <a:t>Simulated Drone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1EA4A9A5-77B1-487F-AFC7-AD763502B4A5}"/>
              </a:ext>
            </a:extLst>
          </p:cNvPr>
          <p:cNvSpPr/>
          <p:nvPr/>
        </p:nvSpPr>
        <p:spPr>
          <a:xfrm>
            <a:off x="1944233" y="2083875"/>
            <a:ext cx="135909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dirty="0">
                <a:latin typeface="Arial Narrow" panose="020B0606020202030204" pitchFamily="34" charset="0"/>
              </a:rPr>
              <a:t>FAA, NOTAM, IASMS Hardware, Weather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363A5D41-B15A-4BE0-854A-8CD7750C8892}"/>
              </a:ext>
            </a:extLst>
          </p:cNvPr>
          <p:cNvSpPr/>
          <p:nvPr/>
        </p:nvSpPr>
        <p:spPr>
          <a:xfrm>
            <a:off x="8026010" y="515056"/>
            <a:ext cx="1092864" cy="3810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Flight Data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FCC2979C-453E-49F4-9FA4-4EF41D55773C}"/>
              </a:ext>
            </a:extLst>
          </p:cNvPr>
          <p:cNvSpPr/>
          <p:nvPr/>
        </p:nvSpPr>
        <p:spPr>
          <a:xfrm>
            <a:off x="7127287" y="1014055"/>
            <a:ext cx="814727" cy="3810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Mission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EAC043AD-9237-48C9-886A-11571F382C38}"/>
              </a:ext>
            </a:extLst>
          </p:cNvPr>
          <p:cNvSpPr/>
          <p:nvPr/>
        </p:nvSpPr>
        <p:spPr>
          <a:xfrm>
            <a:off x="8037607" y="1028572"/>
            <a:ext cx="1092864" cy="3810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Autonomous Navigation</a:t>
            </a: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9244B6BF-BF8D-42DA-ACB3-AB836E8DEB61}"/>
              </a:ext>
            </a:extLst>
          </p:cNvPr>
          <p:cNvSpPr/>
          <p:nvPr/>
        </p:nvSpPr>
        <p:spPr>
          <a:xfrm>
            <a:off x="7142591" y="511586"/>
            <a:ext cx="787826" cy="3810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Autopilot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6AF91D48-BFE5-411D-9DA7-55E9706A04CF}"/>
              </a:ext>
            </a:extLst>
          </p:cNvPr>
          <p:cNvSpPr/>
          <p:nvPr/>
        </p:nvSpPr>
        <p:spPr>
          <a:xfrm>
            <a:off x="7032497" y="1652638"/>
            <a:ext cx="1245673" cy="4218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Simulated Environment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4E229A85-3AD2-4019-917C-190B9D838376}"/>
              </a:ext>
            </a:extLst>
          </p:cNvPr>
          <p:cNvSpPr/>
          <p:nvPr/>
        </p:nvSpPr>
        <p:spPr>
          <a:xfrm>
            <a:off x="5204335" y="489614"/>
            <a:ext cx="1299227" cy="8993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C0537CF7-89F8-462F-9B4E-B557049F2FA1}"/>
              </a:ext>
            </a:extLst>
          </p:cNvPr>
          <p:cNvSpPr/>
          <p:nvPr/>
        </p:nvSpPr>
        <p:spPr>
          <a:xfrm>
            <a:off x="3720226" y="2480370"/>
            <a:ext cx="1254308" cy="6777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Backend analytics</a:t>
            </a: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A8AF9329-FF10-491C-A3E4-55C2B671A831}"/>
              </a:ext>
            </a:extLst>
          </p:cNvPr>
          <p:cNvSpPr/>
          <p:nvPr/>
        </p:nvSpPr>
        <p:spPr>
          <a:xfrm>
            <a:off x="5063439" y="2784028"/>
            <a:ext cx="1501831" cy="3740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Dashboards</a:t>
            </a: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92F58C03-7EF6-4457-A8B0-013D353A5197}"/>
              </a:ext>
            </a:extLst>
          </p:cNvPr>
          <p:cNvSpPr/>
          <p:nvPr/>
        </p:nvSpPr>
        <p:spPr>
          <a:xfrm>
            <a:off x="5063439" y="2253993"/>
            <a:ext cx="1510516" cy="4332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Data manager </a:t>
            </a:r>
            <a:b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</a:rPr>
              <a:t>(uploads, queries)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617A21D-07D6-440B-A890-89B00E27BB2B}"/>
              </a:ext>
            </a:extLst>
          </p:cNvPr>
          <p:cNvSpPr/>
          <p:nvPr/>
        </p:nvSpPr>
        <p:spPr>
          <a:xfrm>
            <a:off x="5097717" y="548519"/>
            <a:ext cx="1493238" cy="810478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dirty="0">
                <a:latin typeface="Arial Narrow" panose="020B0606020202030204" pitchFamily="34" charset="0"/>
              </a:rPr>
              <a:t>On board Data analysis and synthesis.</a:t>
            </a:r>
            <a:br>
              <a:rPr lang="en-US" sz="1400" dirty="0">
                <a:latin typeface="Arial Narrow" panose="020B0606020202030204" pitchFamily="34" charset="0"/>
              </a:rPr>
            </a:br>
            <a:r>
              <a:rPr lang="en-US" sz="1400" dirty="0">
                <a:latin typeface="Arial Narrow" panose="020B0606020202030204" pitchFamily="34" charset="0"/>
              </a:rPr>
              <a:t>Predictive analytics.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42743F9-0EDE-411A-9494-1319413D7F11}"/>
              </a:ext>
            </a:extLst>
          </p:cNvPr>
          <p:cNvSpPr txBox="1"/>
          <p:nvPr/>
        </p:nvSpPr>
        <p:spPr>
          <a:xfrm>
            <a:off x="4369675" y="1948479"/>
            <a:ext cx="1590049" cy="31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 Narrow" panose="020B0606020202030204" pitchFamily="34" charset="0"/>
              </a:rPr>
              <a:t>Dronalytics Server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9263DA24-C98D-4D9F-9B5F-256627A4E72E}"/>
              </a:ext>
            </a:extLst>
          </p:cNvPr>
          <p:cNvCxnSpPr>
            <a:cxnSpLocks/>
            <a:stCxn id="187" idx="3"/>
            <a:endCxn id="186" idx="1"/>
          </p:cNvCxnSpPr>
          <p:nvPr/>
        </p:nvCxnSpPr>
        <p:spPr>
          <a:xfrm>
            <a:off x="3893850" y="798161"/>
            <a:ext cx="189854" cy="0"/>
          </a:xfrm>
          <a:prstGeom prst="line">
            <a:avLst/>
          </a:prstGeom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62961-F1FB-4434-838E-0F13B83A9C4E}"/>
              </a:ext>
            </a:extLst>
          </p:cNvPr>
          <p:cNvCxnSpPr>
            <a:cxnSpLocks/>
          </p:cNvCxnSpPr>
          <p:nvPr/>
        </p:nvCxnSpPr>
        <p:spPr>
          <a:xfrm>
            <a:off x="2402096" y="1587771"/>
            <a:ext cx="0" cy="309518"/>
          </a:xfrm>
          <a:prstGeom prst="line">
            <a:avLst/>
          </a:prstGeom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9E73B4E-EF59-483B-A6B1-7C5C8E8F7E59}"/>
              </a:ext>
            </a:extLst>
          </p:cNvPr>
          <p:cNvCxnSpPr>
            <a:cxnSpLocks/>
          </p:cNvCxnSpPr>
          <p:nvPr/>
        </p:nvCxnSpPr>
        <p:spPr>
          <a:xfrm>
            <a:off x="5580486" y="1590128"/>
            <a:ext cx="0" cy="331660"/>
          </a:xfrm>
          <a:prstGeom prst="line">
            <a:avLst/>
          </a:prstGeom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2" name="Picture 221">
            <a:extLst>
              <a:ext uri="{FF2B5EF4-FFF2-40B4-BE49-F238E27FC236}">
                <a16:creationId xmlns:a16="http://schemas.microsoft.com/office/drawing/2014/main" id="{497358F1-FDCF-432D-B68C-5DF56FD0B9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0366" y="1023986"/>
            <a:ext cx="993734" cy="377985"/>
          </a:xfrm>
          <a:prstGeom prst="rect">
            <a:avLst/>
          </a:prstGeom>
        </p:spPr>
      </p:pic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95F313A7-B642-4618-B37F-7CB670F3DBCA}"/>
              </a:ext>
            </a:extLst>
          </p:cNvPr>
          <p:cNvCxnSpPr>
            <a:cxnSpLocks/>
            <a:stCxn id="183" idx="2"/>
            <a:endCxn id="182" idx="3"/>
          </p:cNvCxnSpPr>
          <p:nvPr/>
        </p:nvCxnSpPr>
        <p:spPr>
          <a:xfrm rot="5400000">
            <a:off x="7270760" y="1757671"/>
            <a:ext cx="277456" cy="1367508"/>
          </a:xfrm>
          <a:prstGeom prst="bentConnector2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E7073982-55A7-4522-A3B2-1F922146CC97}"/>
              </a:ext>
            </a:extLst>
          </p:cNvPr>
          <p:cNvCxnSpPr>
            <a:cxnSpLocks/>
          </p:cNvCxnSpPr>
          <p:nvPr/>
        </p:nvCxnSpPr>
        <p:spPr>
          <a:xfrm>
            <a:off x="3370002" y="2403268"/>
            <a:ext cx="264830" cy="0"/>
          </a:xfrm>
          <a:prstGeom prst="line">
            <a:avLst/>
          </a:prstGeom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" name="Picture 224">
            <a:extLst>
              <a:ext uri="{FF2B5EF4-FFF2-40B4-BE49-F238E27FC236}">
                <a16:creationId xmlns:a16="http://schemas.microsoft.com/office/drawing/2014/main" id="{16349524-D38F-4A6F-B64C-8685837BB05A}"/>
              </a:ext>
            </a:extLst>
          </p:cNvPr>
          <p:cNvPicPr/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>
          <a:xfrm>
            <a:off x="47466" y="136800"/>
            <a:ext cx="884891" cy="581757"/>
          </a:xfrm>
          <a:prstGeom prst="rect">
            <a:avLst/>
          </a:prstGeom>
          <a:ln>
            <a:noFill/>
          </a:ln>
        </p:spPr>
      </p:pic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B99059D6-FBE5-4F70-B294-3AC1FB99325F}"/>
              </a:ext>
            </a:extLst>
          </p:cNvPr>
          <p:cNvCxnSpPr>
            <a:cxnSpLocks/>
          </p:cNvCxnSpPr>
          <p:nvPr/>
        </p:nvCxnSpPr>
        <p:spPr>
          <a:xfrm>
            <a:off x="3634832" y="1365430"/>
            <a:ext cx="612507" cy="544662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49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7" grpId="0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74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Cleland-Huang</dc:creator>
  <cp:lastModifiedBy>Jane Cleland-Huang</cp:lastModifiedBy>
  <cp:revision>1</cp:revision>
  <dcterms:created xsi:type="dcterms:W3CDTF">2020-09-11T16:10:14Z</dcterms:created>
  <dcterms:modified xsi:type="dcterms:W3CDTF">2020-09-11T16:17:37Z</dcterms:modified>
</cp:coreProperties>
</file>