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8412163" cy="374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21" y="613663"/>
            <a:ext cx="6309122" cy="1305442"/>
          </a:xfrm>
        </p:spPr>
        <p:txBody>
          <a:bodyPr anchor="b"/>
          <a:lstStyle>
            <a:lvl1pPr algn="ctr">
              <a:defRPr sz="3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1521" y="1969448"/>
            <a:ext cx="6309122" cy="905303"/>
          </a:xfrm>
        </p:spPr>
        <p:txBody>
          <a:bodyPr/>
          <a:lstStyle>
            <a:lvl1pPr marL="0" indent="0" algn="ctr">
              <a:buNone/>
              <a:defRPr sz="1312"/>
            </a:lvl1pPr>
            <a:lvl2pPr marL="249997" indent="0" algn="ctr">
              <a:buNone/>
              <a:defRPr sz="1094"/>
            </a:lvl2pPr>
            <a:lvl3pPr marL="499994" indent="0" algn="ctr">
              <a:buNone/>
              <a:defRPr sz="984"/>
            </a:lvl3pPr>
            <a:lvl4pPr marL="749991" indent="0" algn="ctr">
              <a:buNone/>
              <a:defRPr sz="875"/>
            </a:lvl4pPr>
            <a:lvl5pPr marL="999988" indent="0" algn="ctr">
              <a:buNone/>
              <a:defRPr sz="875"/>
            </a:lvl5pPr>
            <a:lvl6pPr marL="1249985" indent="0" algn="ctr">
              <a:buNone/>
              <a:defRPr sz="875"/>
            </a:lvl6pPr>
            <a:lvl7pPr marL="1499982" indent="0" algn="ctr">
              <a:buNone/>
              <a:defRPr sz="875"/>
            </a:lvl7pPr>
            <a:lvl8pPr marL="1749979" indent="0" algn="ctr">
              <a:buNone/>
              <a:defRPr sz="875"/>
            </a:lvl8pPr>
            <a:lvl9pPr marL="1999976" indent="0" algn="ctr">
              <a:buNone/>
              <a:defRPr sz="8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7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44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955" y="934816"/>
            <a:ext cx="7255491" cy="1559760"/>
          </a:xfrm>
        </p:spPr>
        <p:txBody>
          <a:bodyPr anchor="b"/>
          <a:lstStyle>
            <a:lvl1pPr>
              <a:defRPr sz="3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955" y="2509332"/>
            <a:ext cx="7255491" cy="820241"/>
          </a:xfrm>
        </p:spPr>
        <p:txBody>
          <a:bodyPr/>
          <a:lstStyle>
            <a:lvl1pPr marL="0" indent="0">
              <a:buNone/>
              <a:defRPr sz="1312">
                <a:solidFill>
                  <a:schemeClr val="tx1">
                    <a:tint val="75000"/>
                  </a:schemeClr>
                </a:solidFill>
              </a:defRPr>
            </a:lvl1pPr>
            <a:lvl2pPr marL="249997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2pPr>
            <a:lvl3pPr marL="499994" indent="0">
              <a:buNone/>
              <a:defRPr sz="984">
                <a:solidFill>
                  <a:schemeClr val="tx1">
                    <a:tint val="75000"/>
                  </a:schemeClr>
                </a:solidFill>
              </a:defRPr>
            </a:lvl3pPr>
            <a:lvl4pPr marL="749991" indent="0"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4pPr>
            <a:lvl5pPr marL="999988" indent="0"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5pPr>
            <a:lvl6pPr marL="1249985" indent="0"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6pPr>
            <a:lvl7pPr marL="1499982" indent="0"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7pPr>
            <a:lvl8pPr marL="1749979" indent="0"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8pPr>
            <a:lvl9pPr marL="1999976" indent="0"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8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8336" y="998178"/>
            <a:ext cx="3575169" cy="2379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58658" y="998178"/>
            <a:ext cx="3575169" cy="2379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4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32" y="199636"/>
            <a:ext cx="7255491" cy="7247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432" y="919191"/>
            <a:ext cx="3558739" cy="450482"/>
          </a:xfrm>
        </p:spPr>
        <p:txBody>
          <a:bodyPr anchor="b"/>
          <a:lstStyle>
            <a:lvl1pPr marL="0" indent="0">
              <a:buNone/>
              <a:defRPr sz="1312" b="1"/>
            </a:lvl1pPr>
            <a:lvl2pPr marL="249997" indent="0">
              <a:buNone/>
              <a:defRPr sz="1094" b="1"/>
            </a:lvl2pPr>
            <a:lvl3pPr marL="499994" indent="0">
              <a:buNone/>
              <a:defRPr sz="984" b="1"/>
            </a:lvl3pPr>
            <a:lvl4pPr marL="749991" indent="0">
              <a:buNone/>
              <a:defRPr sz="875" b="1"/>
            </a:lvl4pPr>
            <a:lvl5pPr marL="999988" indent="0">
              <a:buNone/>
              <a:defRPr sz="875" b="1"/>
            </a:lvl5pPr>
            <a:lvl6pPr marL="1249985" indent="0">
              <a:buNone/>
              <a:defRPr sz="875" b="1"/>
            </a:lvl6pPr>
            <a:lvl7pPr marL="1499982" indent="0">
              <a:buNone/>
              <a:defRPr sz="875" b="1"/>
            </a:lvl7pPr>
            <a:lvl8pPr marL="1749979" indent="0">
              <a:buNone/>
              <a:defRPr sz="875" b="1"/>
            </a:lvl8pPr>
            <a:lvl9pPr marL="1999976" indent="0">
              <a:buNone/>
              <a:defRPr sz="8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9432" y="1369673"/>
            <a:ext cx="3558739" cy="20145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58657" y="919191"/>
            <a:ext cx="3576265" cy="450482"/>
          </a:xfrm>
        </p:spPr>
        <p:txBody>
          <a:bodyPr anchor="b"/>
          <a:lstStyle>
            <a:lvl1pPr marL="0" indent="0">
              <a:buNone/>
              <a:defRPr sz="1312" b="1"/>
            </a:lvl1pPr>
            <a:lvl2pPr marL="249997" indent="0">
              <a:buNone/>
              <a:defRPr sz="1094" b="1"/>
            </a:lvl2pPr>
            <a:lvl3pPr marL="499994" indent="0">
              <a:buNone/>
              <a:defRPr sz="984" b="1"/>
            </a:lvl3pPr>
            <a:lvl4pPr marL="749991" indent="0">
              <a:buNone/>
              <a:defRPr sz="875" b="1"/>
            </a:lvl4pPr>
            <a:lvl5pPr marL="999988" indent="0">
              <a:buNone/>
              <a:defRPr sz="875" b="1"/>
            </a:lvl5pPr>
            <a:lvl6pPr marL="1249985" indent="0">
              <a:buNone/>
              <a:defRPr sz="875" b="1"/>
            </a:lvl6pPr>
            <a:lvl7pPr marL="1499982" indent="0">
              <a:buNone/>
              <a:defRPr sz="875" b="1"/>
            </a:lvl7pPr>
            <a:lvl8pPr marL="1749979" indent="0">
              <a:buNone/>
              <a:defRPr sz="875" b="1"/>
            </a:lvl8pPr>
            <a:lvl9pPr marL="1999976" indent="0">
              <a:buNone/>
              <a:defRPr sz="8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58657" y="1369673"/>
            <a:ext cx="3576265" cy="20145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2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20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0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32" y="249978"/>
            <a:ext cx="2713141" cy="874924"/>
          </a:xfrm>
        </p:spPr>
        <p:txBody>
          <a:bodyPr anchor="b"/>
          <a:lstStyle>
            <a:lvl1pPr>
              <a:defRPr sz="1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6265" y="539884"/>
            <a:ext cx="4258658" cy="2664700"/>
          </a:xfrm>
        </p:spPr>
        <p:txBody>
          <a:bodyPr/>
          <a:lstStyle>
            <a:lvl1pPr>
              <a:defRPr sz="1750"/>
            </a:lvl1pPr>
            <a:lvl2pPr>
              <a:defRPr sz="1531"/>
            </a:lvl2pPr>
            <a:lvl3pPr>
              <a:defRPr sz="1312"/>
            </a:lvl3pPr>
            <a:lvl4pPr>
              <a:defRPr sz="1094"/>
            </a:lvl4pPr>
            <a:lvl5pPr>
              <a:defRPr sz="1094"/>
            </a:lvl5pPr>
            <a:lvl6pPr>
              <a:defRPr sz="1094"/>
            </a:lvl6pPr>
            <a:lvl7pPr>
              <a:defRPr sz="1094"/>
            </a:lvl7pPr>
            <a:lvl8pPr>
              <a:defRPr sz="1094"/>
            </a:lvl8pPr>
            <a:lvl9pPr>
              <a:defRPr sz="10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9432" y="1124903"/>
            <a:ext cx="2713141" cy="2084021"/>
          </a:xfrm>
        </p:spPr>
        <p:txBody>
          <a:bodyPr/>
          <a:lstStyle>
            <a:lvl1pPr marL="0" indent="0">
              <a:buNone/>
              <a:defRPr sz="875"/>
            </a:lvl1pPr>
            <a:lvl2pPr marL="249997" indent="0">
              <a:buNone/>
              <a:defRPr sz="766"/>
            </a:lvl2pPr>
            <a:lvl3pPr marL="499994" indent="0">
              <a:buNone/>
              <a:defRPr sz="656"/>
            </a:lvl3pPr>
            <a:lvl4pPr marL="749991" indent="0">
              <a:buNone/>
              <a:defRPr sz="547"/>
            </a:lvl4pPr>
            <a:lvl5pPr marL="999988" indent="0">
              <a:buNone/>
              <a:defRPr sz="547"/>
            </a:lvl5pPr>
            <a:lvl6pPr marL="1249985" indent="0">
              <a:buNone/>
              <a:defRPr sz="547"/>
            </a:lvl6pPr>
            <a:lvl7pPr marL="1499982" indent="0">
              <a:buNone/>
              <a:defRPr sz="547"/>
            </a:lvl7pPr>
            <a:lvl8pPr marL="1749979" indent="0">
              <a:buNone/>
              <a:defRPr sz="547"/>
            </a:lvl8pPr>
            <a:lvl9pPr marL="1999976" indent="0">
              <a:buNone/>
              <a:defRPr sz="5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36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432" y="249978"/>
            <a:ext cx="2713141" cy="874924"/>
          </a:xfrm>
        </p:spPr>
        <p:txBody>
          <a:bodyPr anchor="b"/>
          <a:lstStyle>
            <a:lvl1pPr>
              <a:defRPr sz="1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6265" y="539884"/>
            <a:ext cx="4258658" cy="2664700"/>
          </a:xfrm>
        </p:spPr>
        <p:txBody>
          <a:bodyPr anchor="t"/>
          <a:lstStyle>
            <a:lvl1pPr marL="0" indent="0">
              <a:buNone/>
              <a:defRPr sz="1750"/>
            </a:lvl1pPr>
            <a:lvl2pPr marL="249997" indent="0">
              <a:buNone/>
              <a:defRPr sz="1531"/>
            </a:lvl2pPr>
            <a:lvl3pPr marL="499994" indent="0">
              <a:buNone/>
              <a:defRPr sz="1312"/>
            </a:lvl3pPr>
            <a:lvl4pPr marL="749991" indent="0">
              <a:buNone/>
              <a:defRPr sz="1094"/>
            </a:lvl4pPr>
            <a:lvl5pPr marL="999988" indent="0">
              <a:buNone/>
              <a:defRPr sz="1094"/>
            </a:lvl5pPr>
            <a:lvl6pPr marL="1249985" indent="0">
              <a:buNone/>
              <a:defRPr sz="1094"/>
            </a:lvl6pPr>
            <a:lvl7pPr marL="1499982" indent="0">
              <a:buNone/>
              <a:defRPr sz="1094"/>
            </a:lvl7pPr>
            <a:lvl8pPr marL="1749979" indent="0">
              <a:buNone/>
              <a:defRPr sz="1094"/>
            </a:lvl8pPr>
            <a:lvl9pPr marL="1999976" indent="0">
              <a:buNone/>
              <a:defRPr sz="10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9432" y="1124903"/>
            <a:ext cx="2713141" cy="2084021"/>
          </a:xfrm>
        </p:spPr>
        <p:txBody>
          <a:bodyPr/>
          <a:lstStyle>
            <a:lvl1pPr marL="0" indent="0">
              <a:buNone/>
              <a:defRPr sz="875"/>
            </a:lvl1pPr>
            <a:lvl2pPr marL="249997" indent="0">
              <a:buNone/>
              <a:defRPr sz="766"/>
            </a:lvl2pPr>
            <a:lvl3pPr marL="499994" indent="0">
              <a:buNone/>
              <a:defRPr sz="656"/>
            </a:lvl3pPr>
            <a:lvl4pPr marL="749991" indent="0">
              <a:buNone/>
              <a:defRPr sz="547"/>
            </a:lvl4pPr>
            <a:lvl5pPr marL="999988" indent="0">
              <a:buNone/>
              <a:defRPr sz="547"/>
            </a:lvl5pPr>
            <a:lvl6pPr marL="1249985" indent="0">
              <a:buNone/>
              <a:defRPr sz="547"/>
            </a:lvl6pPr>
            <a:lvl7pPr marL="1499982" indent="0">
              <a:buNone/>
              <a:defRPr sz="547"/>
            </a:lvl7pPr>
            <a:lvl8pPr marL="1749979" indent="0">
              <a:buNone/>
              <a:defRPr sz="547"/>
            </a:lvl8pPr>
            <a:lvl9pPr marL="1999976" indent="0">
              <a:buNone/>
              <a:defRPr sz="5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9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33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19954" y="199636"/>
            <a:ext cx="1813873" cy="3177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336" y="199636"/>
            <a:ext cx="5336466" cy="3177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2880-144C-41C9-A5D5-549A52E0B45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2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8336" y="199636"/>
            <a:ext cx="7255491" cy="724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8336" y="998178"/>
            <a:ext cx="7255491" cy="2379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8336" y="3475394"/>
            <a:ext cx="1892737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52880-144C-41C9-A5D5-549A52E0B454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6529" y="3475394"/>
            <a:ext cx="2839105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41090" y="3475394"/>
            <a:ext cx="1892737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ACB2A-AA3C-44A4-80E9-97107AB37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14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99994" rtl="0" eaLnBrk="1" latinLnBrk="0" hangingPunct="1">
        <a:lnSpc>
          <a:spcPct val="90000"/>
        </a:lnSpc>
        <a:spcBef>
          <a:spcPct val="0"/>
        </a:spcBef>
        <a:buNone/>
        <a:defRPr sz="2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4998" indent="-124998" algn="l" defTabSz="49999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74995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1312" kern="1200">
          <a:solidFill>
            <a:schemeClr val="tx1"/>
          </a:solidFill>
          <a:latin typeface="+mn-lt"/>
          <a:ea typeface="+mn-ea"/>
          <a:cs typeface="+mn-cs"/>
        </a:defRPr>
      </a:lvl2pPr>
      <a:lvl3pPr marL="624992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1094" kern="1200">
          <a:solidFill>
            <a:schemeClr val="tx1"/>
          </a:solidFill>
          <a:latin typeface="+mn-lt"/>
          <a:ea typeface="+mn-ea"/>
          <a:cs typeface="+mn-cs"/>
        </a:defRPr>
      </a:lvl3pPr>
      <a:lvl4pPr marL="874989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4pPr>
      <a:lvl5pPr marL="1124986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5pPr>
      <a:lvl6pPr marL="1374983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6pPr>
      <a:lvl7pPr marL="1624980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7pPr>
      <a:lvl8pPr marL="1874977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8pPr>
      <a:lvl9pPr marL="2124974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1pPr>
      <a:lvl2pPr marL="249997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2pPr>
      <a:lvl3pPr marL="499994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3pPr>
      <a:lvl4pPr marL="749991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4pPr>
      <a:lvl5pPr marL="999988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5pPr>
      <a:lvl6pPr marL="1249985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6pPr>
      <a:lvl7pPr marL="1499982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7pPr>
      <a:lvl8pPr marL="1749979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8pPr>
      <a:lvl9pPr marL="1999976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267">
            <a:extLst>
              <a:ext uri="{FF2B5EF4-FFF2-40B4-BE49-F238E27FC236}">
                <a16:creationId xmlns:a16="http://schemas.microsoft.com/office/drawing/2014/main" id="{3082FA0B-69B3-410C-A58E-558E09DAB600}"/>
              </a:ext>
            </a:extLst>
          </p:cNvPr>
          <p:cNvSpPr/>
          <p:nvPr/>
        </p:nvSpPr>
        <p:spPr>
          <a:xfrm>
            <a:off x="1710950" y="478873"/>
            <a:ext cx="4189427" cy="8906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A3F9F5-00C1-4665-9689-A08C205453AE}"/>
              </a:ext>
            </a:extLst>
          </p:cNvPr>
          <p:cNvSpPr/>
          <p:nvPr/>
        </p:nvSpPr>
        <p:spPr>
          <a:xfrm>
            <a:off x="6246800" y="2420730"/>
            <a:ext cx="448580" cy="12759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1CB5DE40-AE0C-4723-986E-A87B75728582}"/>
              </a:ext>
            </a:extLst>
          </p:cNvPr>
          <p:cNvSpPr/>
          <p:nvPr/>
        </p:nvSpPr>
        <p:spPr>
          <a:xfrm>
            <a:off x="3909683" y="578999"/>
            <a:ext cx="1904632" cy="691136"/>
          </a:xfrm>
          <a:prstGeom prst="rect">
            <a:avLst/>
          </a:prstGeom>
          <a:solidFill>
            <a:srgbClr val="F9A9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effectLst/>
              </a:rPr>
              <a:t>Discovery &amp; </a:t>
            </a:r>
            <a:r>
              <a:rPr lang="en-US" sz="1400" dirty="0">
                <a:solidFill>
                  <a:schemeClr val="tx1"/>
                </a:solidFill>
              </a:rPr>
              <a:t>monitoring of unsafe feature interactions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60353F19-1390-43C6-A5BC-228FB3CC6CA7}"/>
              </a:ext>
            </a:extLst>
          </p:cNvPr>
          <p:cNvSpPr/>
          <p:nvPr/>
        </p:nvSpPr>
        <p:spPr>
          <a:xfrm>
            <a:off x="4772" y="2419208"/>
            <a:ext cx="2407915" cy="859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B00DCC8A-F7D2-41EF-8219-78A013DEE57B}"/>
              </a:ext>
            </a:extLst>
          </p:cNvPr>
          <p:cNvSpPr/>
          <p:nvPr/>
        </p:nvSpPr>
        <p:spPr>
          <a:xfrm>
            <a:off x="4771" y="2145462"/>
            <a:ext cx="2407915" cy="2752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  </a:t>
            </a:r>
            <a:r>
              <a:rPr lang="en-US" sz="1100" dirty="0" err="1">
                <a:solidFill>
                  <a:schemeClr val="tx1"/>
                </a:solidFill>
              </a:rPr>
              <a:t>sUAS</a:t>
            </a:r>
            <a:r>
              <a:rPr lang="en-US" sz="1100" dirty="0">
                <a:solidFill>
                  <a:schemeClr val="tx1"/>
                </a:solidFill>
              </a:rPr>
              <a:t> Environmental Awareness</a:t>
            </a:r>
          </a:p>
        </p:txBody>
      </p:sp>
      <p:pic>
        <p:nvPicPr>
          <p:cNvPr id="225" name="Picture 224" descr="A close up of a sign&#10;&#10;Description automatically generated">
            <a:extLst>
              <a:ext uri="{FF2B5EF4-FFF2-40B4-BE49-F238E27FC236}">
                <a16:creationId xmlns:a16="http://schemas.microsoft.com/office/drawing/2014/main" id="{D043E8E0-DE73-44B1-B304-38C9DCCCC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0" y="2506519"/>
            <a:ext cx="653143" cy="653143"/>
          </a:xfrm>
          <a:prstGeom prst="rect">
            <a:avLst/>
          </a:prstGeom>
        </p:spPr>
      </p:pic>
      <p:pic>
        <p:nvPicPr>
          <p:cNvPr id="226" name="Picture 225" descr="A close up of a logo&#10;&#10;Description automatically generated">
            <a:extLst>
              <a:ext uri="{FF2B5EF4-FFF2-40B4-BE49-F238E27FC236}">
                <a16:creationId xmlns:a16="http://schemas.microsoft.com/office/drawing/2014/main" id="{1AC36855-76CF-432F-981B-4EEC328F0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764" y="2593956"/>
            <a:ext cx="478267" cy="478267"/>
          </a:xfrm>
          <a:prstGeom prst="rect">
            <a:avLst/>
          </a:prstGeom>
        </p:spPr>
      </p:pic>
      <p:pic>
        <p:nvPicPr>
          <p:cNvPr id="227" name="Picture 226" descr="A close up of a sign&#10;&#10;Description automatically generated">
            <a:extLst>
              <a:ext uri="{FF2B5EF4-FFF2-40B4-BE49-F238E27FC236}">
                <a16:creationId xmlns:a16="http://schemas.microsoft.com/office/drawing/2014/main" id="{22FBE2C1-39A7-475C-97D7-607BC0290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49" y="2680818"/>
            <a:ext cx="323868" cy="323868"/>
          </a:xfrm>
          <a:prstGeom prst="rect">
            <a:avLst/>
          </a:prstGeom>
        </p:spPr>
      </p:pic>
      <p:pic>
        <p:nvPicPr>
          <p:cNvPr id="228" name="Picture 227" descr="A picture containing building, sitting, dark, sign&#10;&#10;Description automatically generated">
            <a:extLst>
              <a:ext uri="{FF2B5EF4-FFF2-40B4-BE49-F238E27FC236}">
                <a16:creationId xmlns:a16="http://schemas.microsoft.com/office/drawing/2014/main" id="{EFF1693A-845C-4FE8-95F7-EA7E91A8E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85" y="2438405"/>
            <a:ext cx="370028" cy="624935"/>
          </a:xfrm>
          <a:prstGeom prst="rect">
            <a:avLst/>
          </a:prstGeom>
        </p:spPr>
      </p:pic>
      <p:sp>
        <p:nvSpPr>
          <p:cNvPr id="229" name="Rectangle 228">
            <a:extLst>
              <a:ext uri="{FF2B5EF4-FFF2-40B4-BE49-F238E27FC236}">
                <a16:creationId xmlns:a16="http://schemas.microsoft.com/office/drawing/2014/main" id="{B5BE2622-69CA-4732-AB65-8F27CDB59E82}"/>
              </a:ext>
            </a:extLst>
          </p:cNvPr>
          <p:cNvSpPr/>
          <p:nvPr/>
        </p:nvSpPr>
        <p:spPr>
          <a:xfrm>
            <a:off x="4772" y="3067408"/>
            <a:ext cx="2407915" cy="6353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230" name="Picture 229" descr="A picture containing light&#10;&#10;Description automatically generated">
            <a:extLst>
              <a:ext uri="{FF2B5EF4-FFF2-40B4-BE49-F238E27FC236}">
                <a16:creationId xmlns:a16="http://schemas.microsoft.com/office/drawing/2014/main" id="{77F0B5C0-13B7-4DDC-ADF0-74A9B27EB2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94" y="3265507"/>
            <a:ext cx="400289" cy="400289"/>
          </a:xfrm>
          <a:prstGeom prst="rect">
            <a:avLst/>
          </a:prstGeom>
        </p:spPr>
      </p:pic>
      <p:pic>
        <p:nvPicPr>
          <p:cNvPr id="231" name="Picture 230" descr="A close up of a logo&#10;&#10;Description automatically generated">
            <a:extLst>
              <a:ext uri="{FF2B5EF4-FFF2-40B4-BE49-F238E27FC236}">
                <a16:creationId xmlns:a16="http://schemas.microsoft.com/office/drawing/2014/main" id="{7CE71E88-3EF3-47E9-989D-8EA24D6DEB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9" y="3284768"/>
            <a:ext cx="400289" cy="400289"/>
          </a:xfrm>
          <a:prstGeom prst="rect">
            <a:avLst/>
          </a:prstGeom>
        </p:spPr>
      </p:pic>
      <p:pic>
        <p:nvPicPr>
          <p:cNvPr id="232" name="Picture 231" descr="A close up of a logo&#10;&#10;Description automatically generated">
            <a:extLst>
              <a:ext uri="{FF2B5EF4-FFF2-40B4-BE49-F238E27FC236}">
                <a16:creationId xmlns:a16="http://schemas.microsoft.com/office/drawing/2014/main" id="{931DE705-7E34-4878-A795-E6C264E929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06" y="3139255"/>
            <a:ext cx="545802" cy="545802"/>
          </a:xfrm>
          <a:prstGeom prst="rect">
            <a:avLst/>
          </a:prstGeom>
        </p:spPr>
      </p:pic>
      <p:pic>
        <p:nvPicPr>
          <p:cNvPr id="233" name="Picture 232" descr="A picture containing computer, computer, clock&#10;&#10;Description automatically generated">
            <a:extLst>
              <a:ext uri="{FF2B5EF4-FFF2-40B4-BE49-F238E27FC236}">
                <a16:creationId xmlns:a16="http://schemas.microsoft.com/office/drawing/2014/main" id="{E7F69BCC-164E-47F5-9B3C-9E4730B009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206" y="3274344"/>
            <a:ext cx="373306" cy="373306"/>
          </a:xfrm>
          <a:prstGeom prst="rect">
            <a:avLst/>
          </a:prstGeom>
        </p:spPr>
      </p:pic>
      <p:sp>
        <p:nvSpPr>
          <p:cNvPr id="234" name="Rectangle 233">
            <a:extLst>
              <a:ext uri="{FF2B5EF4-FFF2-40B4-BE49-F238E27FC236}">
                <a16:creationId xmlns:a16="http://schemas.microsoft.com/office/drawing/2014/main" id="{E05BDDD2-5DF6-4CF0-9EF1-CE93A9AB69D8}"/>
              </a:ext>
            </a:extLst>
          </p:cNvPr>
          <p:cNvSpPr/>
          <p:nvPr/>
        </p:nvSpPr>
        <p:spPr>
          <a:xfrm>
            <a:off x="2494665" y="2422813"/>
            <a:ext cx="2068748" cy="12799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235" name="Picture 234">
            <a:extLst>
              <a:ext uri="{FF2B5EF4-FFF2-40B4-BE49-F238E27FC236}">
                <a16:creationId xmlns:a16="http://schemas.microsoft.com/office/drawing/2014/main" id="{67404C65-9724-4D04-8C5A-895ABD0BD80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06" t="1257"/>
          <a:stretch/>
        </p:blipFill>
        <p:spPr>
          <a:xfrm>
            <a:off x="2590885" y="2475830"/>
            <a:ext cx="561421" cy="1064911"/>
          </a:xfrm>
          <a:prstGeom prst="rect">
            <a:avLst/>
          </a:prstGeom>
        </p:spPr>
      </p:pic>
      <p:pic>
        <p:nvPicPr>
          <p:cNvPr id="236" name="Picture 235">
            <a:extLst>
              <a:ext uri="{FF2B5EF4-FFF2-40B4-BE49-F238E27FC236}">
                <a16:creationId xmlns:a16="http://schemas.microsoft.com/office/drawing/2014/main" id="{ADDCFB42-92D5-4AAA-8F6B-0A4C5EA626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16754" y="2475830"/>
            <a:ext cx="1293158" cy="118996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237" name="Picture 2" descr="Wheels, settings, options, configuration Free Icon of Colored business  Management">
            <a:extLst>
              <a:ext uri="{FF2B5EF4-FFF2-40B4-BE49-F238E27FC236}">
                <a16:creationId xmlns:a16="http://schemas.microsoft.com/office/drawing/2014/main" id="{D19DBC81-6E79-4793-AE62-08A5A953E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240" y="3122227"/>
            <a:ext cx="501559" cy="49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8" name="Rectangle 237">
            <a:extLst>
              <a:ext uri="{FF2B5EF4-FFF2-40B4-BE49-F238E27FC236}">
                <a16:creationId xmlns:a16="http://schemas.microsoft.com/office/drawing/2014/main" id="{7CD40807-4269-4758-9604-D190DF89F5D1}"/>
              </a:ext>
            </a:extLst>
          </p:cNvPr>
          <p:cNvSpPr/>
          <p:nvPr/>
        </p:nvSpPr>
        <p:spPr>
          <a:xfrm>
            <a:off x="4641316" y="2416740"/>
            <a:ext cx="1510953" cy="12799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239" name="Picture 238">
            <a:extLst>
              <a:ext uri="{FF2B5EF4-FFF2-40B4-BE49-F238E27FC236}">
                <a16:creationId xmlns:a16="http://schemas.microsoft.com/office/drawing/2014/main" id="{0F4603EE-B00F-4129-A316-45893EBB7014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27139" y="2428647"/>
            <a:ext cx="944096" cy="1159397"/>
          </a:xfrm>
          <a:prstGeom prst="rect">
            <a:avLst/>
          </a:prstGeom>
        </p:spPr>
      </p:pic>
      <p:pic>
        <p:nvPicPr>
          <p:cNvPr id="240" name="Picture 239">
            <a:extLst>
              <a:ext uri="{FF2B5EF4-FFF2-40B4-BE49-F238E27FC236}">
                <a16:creationId xmlns:a16="http://schemas.microsoft.com/office/drawing/2014/main" id="{DAA7A015-4A66-440D-B9C3-41618398240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5831" y="2918690"/>
            <a:ext cx="511908" cy="273678"/>
          </a:xfrm>
          <a:prstGeom prst="rect">
            <a:avLst/>
          </a:prstGeom>
        </p:spPr>
      </p:pic>
      <p:pic>
        <p:nvPicPr>
          <p:cNvPr id="241" name="Picture 240" descr="A drawing of a person&#10;&#10;Description automatically generated">
            <a:extLst>
              <a:ext uri="{FF2B5EF4-FFF2-40B4-BE49-F238E27FC236}">
                <a16:creationId xmlns:a16="http://schemas.microsoft.com/office/drawing/2014/main" id="{2167B175-6685-4F62-ADDA-6B65E318E5AB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66"/>
          <a:stretch/>
        </p:blipFill>
        <p:spPr>
          <a:xfrm>
            <a:off x="4702330" y="2918690"/>
            <a:ext cx="666287" cy="698438"/>
          </a:xfrm>
          <a:prstGeom prst="rect">
            <a:avLst/>
          </a:prstGeom>
        </p:spPr>
      </p:pic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A7FF23CC-46DF-4657-A122-B12E39EE9DB6}"/>
              </a:ext>
            </a:extLst>
          </p:cNvPr>
          <p:cNvCxnSpPr>
            <a:cxnSpLocks/>
          </p:cNvCxnSpPr>
          <p:nvPr/>
        </p:nvCxnSpPr>
        <p:spPr>
          <a:xfrm flipV="1">
            <a:off x="2096366" y="1848000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Rectangle 244">
            <a:extLst>
              <a:ext uri="{FF2B5EF4-FFF2-40B4-BE49-F238E27FC236}">
                <a16:creationId xmlns:a16="http://schemas.microsoft.com/office/drawing/2014/main" id="{859F3248-4566-4076-BA8B-2F8DE9FC6549}"/>
              </a:ext>
            </a:extLst>
          </p:cNvPr>
          <p:cNvSpPr/>
          <p:nvPr/>
        </p:nvSpPr>
        <p:spPr>
          <a:xfrm>
            <a:off x="2494665" y="2145462"/>
            <a:ext cx="2068748" cy="2737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sUAS</a:t>
            </a:r>
            <a:r>
              <a:rPr lang="en-US" sz="1100" dirty="0">
                <a:solidFill>
                  <a:schemeClr val="tx1"/>
                </a:solidFill>
              </a:rPr>
              <a:t> Hardware and Features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710392F3-1E2E-444A-9419-31765D23D088}"/>
              </a:ext>
            </a:extLst>
          </p:cNvPr>
          <p:cNvSpPr/>
          <p:nvPr/>
        </p:nvSpPr>
        <p:spPr>
          <a:xfrm>
            <a:off x="4641315" y="2145463"/>
            <a:ext cx="1510954" cy="283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  PIC Human Factors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F1B7E120-D49C-479A-A17D-D4EB313780D4}"/>
              </a:ext>
            </a:extLst>
          </p:cNvPr>
          <p:cNvSpPr/>
          <p:nvPr/>
        </p:nvSpPr>
        <p:spPr>
          <a:xfrm>
            <a:off x="6257816" y="2155121"/>
            <a:ext cx="1444708" cy="2524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248" name="Picture 247">
            <a:extLst>
              <a:ext uri="{FF2B5EF4-FFF2-40B4-BE49-F238E27FC236}">
                <a16:creationId xmlns:a16="http://schemas.microsoft.com/office/drawing/2014/main" id="{38A66E49-C934-4BCD-ACD2-B40732210717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42061" y="2494939"/>
            <a:ext cx="948131" cy="1159277"/>
          </a:xfrm>
          <a:prstGeom prst="rect">
            <a:avLst/>
          </a:prstGeom>
        </p:spPr>
      </p:pic>
      <p:sp>
        <p:nvSpPr>
          <p:cNvPr id="249" name="TextBox 248">
            <a:extLst>
              <a:ext uri="{FF2B5EF4-FFF2-40B4-BE49-F238E27FC236}">
                <a16:creationId xmlns:a16="http://schemas.microsoft.com/office/drawing/2014/main" id="{167D6F5C-D857-4A96-B6A3-5A5F66BAE0C2}"/>
              </a:ext>
            </a:extLst>
          </p:cNvPr>
          <p:cNvSpPr txBox="1"/>
          <p:nvPr/>
        </p:nvSpPr>
        <p:spPr>
          <a:xfrm>
            <a:off x="6209121" y="2146605"/>
            <a:ext cx="15243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  </a:t>
            </a:r>
            <a:r>
              <a:rPr lang="en-US" sz="1050" dirty="0" err="1"/>
              <a:t>sUAS</a:t>
            </a:r>
            <a:r>
              <a:rPr lang="en-US" sz="1050" dirty="0"/>
              <a:t> Runtime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5AB72EB2-1B76-44AC-BD51-7A87725800E6}"/>
              </a:ext>
            </a:extLst>
          </p:cNvPr>
          <p:cNvSpPr/>
          <p:nvPr/>
        </p:nvSpPr>
        <p:spPr>
          <a:xfrm>
            <a:off x="1764550" y="1534986"/>
            <a:ext cx="5924729" cy="313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       Runtime monitoring system</a:t>
            </a:r>
          </a:p>
        </p:txBody>
      </p:sp>
      <p:cxnSp>
        <p:nvCxnSpPr>
          <p:cNvPr id="255" name="Connector: Elbow 254">
            <a:extLst>
              <a:ext uri="{FF2B5EF4-FFF2-40B4-BE49-F238E27FC236}">
                <a16:creationId xmlns:a16="http://schemas.microsoft.com/office/drawing/2014/main" id="{512DF64D-FD68-4906-AF9D-EB1FE130897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76263" y="1895765"/>
            <a:ext cx="1311317" cy="258795"/>
          </a:xfrm>
          <a:prstGeom prst="bentConnector3">
            <a:avLst>
              <a:gd name="adj1" fmla="val -1071"/>
            </a:avLst>
          </a:prstGeom>
          <a:ln w="15875">
            <a:solidFill>
              <a:schemeClr val="tx1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Rectangle 256">
            <a:extLst>
              <a:ext uri="{FF2B5EF4-FFF2-40B4-BE49-F238E27FC236}">
                <a16:creationId xmlns:a16="http://schemas.microsoft.com/office/drawing/2014/main" id="{367DC209-B187-4E40-BE46-C12378040D61}"/>
              </a:ext>
            </a:extLst>
          </p:cNvPr>
          <p:cNvSpPr/>
          <p:nvPr/>
        </p:nvSpPr>
        <p:spPr>
          <a:xfrm>
            <a:off x="1764550" y="578999"/>
            <a:ext cx="2059070" cy="685266"/>
          </a:xfrm>
          <a:prstGeom prst="rect">
            <a:avLst/>
          </a:prstGeom>
          <a:solidFill>
            <a:srgbClr val="F9A9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 detection &amp; diagnostics  of anomalous flight patterns</a:t>
            </a:r>
          </a:p>
        </p:txBody>
      </p: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9BC2DCC0-3BD9-4F9A-9095-CA76F3B9C3EF}"/>
              </a:ext>
            </a:extLst>
          </p:cNvPr>
          <p:cNvCxnSpPr>
            <a:cxnSpLocks/>
          </p:cNvCxnSpPr>
          <p:nvPr/>
        </p:nvCxnSpPr>
        <p:spPr>
          <a:xfrm flipV="1">
            <a:off x="2794085" y="1264265"/>
            <a:ext cx="0" cy="270721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FA2386E9-0033-4B52-B5B7-35916D1C5B62}"/>
              </a:ext>
            </a:extLst>
          </p:cNvPr>
          <p:cNvCxnSpPr>
            <a:cxnSpLocks/>
          </p:cNvCxnSpPr>
          <p:nvPr/>
        </p:nvCxnSpPr>
        <p:spPr>
          <a:xfrm flipV="1">
            <a:off x="3631546" y="1857657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701CEF5D-7900-47FE-8602-A1F9098018E2}"/>
              </a:ext>
            </a:extLst>
          </p:cNvPr>
          <p:cNvCxnSpPr>
            <a:cxnSpLocks/>
          </p:cNvCxnSpPr>
          <p:nvPr/>
        </p:nvCxnSpPr>
        <p:spPr>
          <a:xfrm flipV="1">
            <a:off x="5410614" y="1857656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5D064FB9-986E-4F11-B9BB-38343F936E7E}"/>
              </a:ext>
            </a:extLst>
          </p:cNvPr>
          <p:cNvSpPr txBox="1"/>
          <p:nvPr/>
        </p:nvSpPr>
        <p:spPr>
          <a:xfrm>
            <a:off x="7646289" y="2719298"/>
            <a:ext cx="7658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Flight logs &amp; annotated data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5B17F37C-A62C-47DE-9CCA-2D0413EAA3B6}"/>
              </a:ext>
            </a:extLst>
          </p:cNvPr>
          <p:cNvSpPr/>
          <p:nvPr/>
        </p:nvSpPr>
        <p:spPr>
          <a:xfrm>
            <a:off x="4772" y="719956"/>
            <a:ext cx="1509702" cy="11280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UTM</a:t>
            </a:r>
            <a:br>
              <a:rPr lang="en-US" sz="1400" b="1" dirty="0">
                <a:solidFill>
                  <a:schemeClr val="tx1"/>
                </a:solidFill>
              </a:rPr>
            </a:br>
            <a:r>
              <a:rPr lang="en-US" sz="1400" b="1" dirty="0">
                <a:solidFill>
                  <a:schemeClr val="tx1"/>
                </a:solidFill>
              </a:rPr>
              <a:t>Weather Services</a:t>
            </a:r>
            <a:br>
              <a:rPr lang="en-US" sz="1400" b="1" dirty="0">
                <a:solidFill>
                  <a:schemeClr val="tx1"/>
                </a:solidFill>
              </a:rPr>
            </a:br>
            <a:r>
              <a:rPr lang="en-US" sz="1400" b="1" dirty="0">
                <a:solidFill>
                  <a:schemeClr val="tx1"/>
                </a:solidFill>
              </a:rPr>
              <a:t>LAANC</a:t>
            </a:r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CAD59309-72E1-4AE8-B804-5E790FF3FC5F}"/>
              </a:ext>
            </a:extLst>
          </p:cNvPr>
          <p:cNvCxnSpPr>
            <a:cxnSpLocks/>
          </p:cNvCxnSpPr>
          <p:nvPr/>
        </p:nvCxnSpPr>
        <p:spPr>
          <a:xfrm>
            <a:off x="939639" y="1848000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E639E5B8-4717-4D06-877C-6D54A7DE00DD}"/>
              </a:ext>
            </a:extLst>
          </p:cNvPr>
          <p:cNvCxnSpPr>
            <a:cxnSpLocks/>
          </p:cNvCxnSpPr>
          <p:nvPr/>
        </p:nvCxnSpPr>
        <p:spPr>
          <a:xfrm>
            <a:off x="1526806" y="1700251"/>
            <a:ext cx="250819" cy="0"/>
          </a:xfrm>
          <a:prstGeom prst="straightConnector1">
            <a:avLst/>
          </a:prstGeom>
          <a:ln w="15875">
            <a:solidFill>
              <a:schemeClr val="tx1"/>
            </a:solidFill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1B7C08E-AD87-4C2E-B800-DAA1EE50F1B1}"/>
              </a:ext>
            </a:extLst>
          </p:cNvPr>
          <p:cNvSpPr/>
          <p:nvPr/>
        </p:nvSpPr>
        <p:spPr>
          <a:xfrm>
            <a:off x="752773" y="27149"/>
            <a:ext cx="7505395" cy="3243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In-time Aviation Safety Management System (</a:t>
            </a: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IASMS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291294F-B2FB-4543-9A0B-DF4107820BFB}"/>
              </a:ext>
            </a:extLst>
          </p:cNvPr>
          <p:cNvCxnSpPr>
            <a:cxnSpLocks/>
            <a:stCxn id="257" idx="0"/>
          </p:cNvCxnSpPr>
          <p:nvPr/>
        </p:nvCxnSpPr>
        <p:spPr>
          <a:xfrm flipV="1">
            <a:off x="2794085" y="313390"/>
            <a:ext cx="0" cy="265609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B22FA51-7B81-44EA-A108-84F122EF03AD}"/>
              </a:ext>
            </a:extLst>
          </p:cNvPr>
          <p:cNvCxnSpPr>
            <a:cxnSpLocks/>
          </p:cNvCxnSpPr>
          <p:nvPr/>
        </p:nvCxnSpPr>
        <p:spPr>
          <a:xfrm flipV="1">
            <a:off x="939639" y="351476"/>
            <a:ext cx="0" cy="375308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BD1E1A2-1F76-4F6A-B97F-2A4E7868EC83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31270" y="2495708"/>
            <a:ext cx="290529" cy="274179"/>
          </a:xfrm>
          <a:prstGeom prst="rect">
            <a:avLst/>
          </a:prstGeom>
        </p:spPr>
      </p:pic>
      <p:pic>
        <p:nvPicPr>
          <p:cNvPr id="10" name="Picture 9" descr="A picture containing food, drawing, table&#10;&#10;Description automatically generated">
            <a:extLst>
              <a:ext uri="{FF2B5EF4-FFF2-40B4-BE49-F238E27FC236}">
                <a16:creationId xmlns:a16="http://schemas.microsoft.com/office/drawing/2014/main" id="{48C82E83-5B2B-4033-9C70-774B79A7440D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3" t="21810" r="28576" b="37671"/>
          <a:stretch/>
        </p:blipFill>
        <p:spPr>
          <a:xfrm>
            <a:off x="6308268" y="2876898"/>
            <a:ext cx="344666" cy="350502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166931-82DD-4284-A3BF-003E02F92B54}"/>
              </a:ext>
            </a:extLst>
          </p:cNvPr>
          <p:cNvCxnSpPr/>
          <p:nvPr/>
        </p:nvCxnSpPr>
        <p:spPr>
          <a:xfrm>
            <a:off x="6695380" y="2428647"/>
            <a:ext cx="0" cy="12680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94C542E0-31EA-4BA4-AE3A-11B9ABA24890}"/>
              </a:ext>
            </a:extLst>
          </p:cNvPr>
          <p:cNvSpPr/>
          <p:nvPr/>
        </p:nvSpPr>
        <p:spPr>
          <a:xfrm>
            <a:off x="6252955" y="2411073"/>
            <a:ext cx="1449569" cy="1285644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C70DDD-8828-4E9B-8F0F-ADF08BF69F5E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04983" y="3307007"/>
            <a:ext cx="339530" cy="355809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C51FBF7-3574-45DB-ACB3-0B0145A03473}"/>
              </a:ext>
            </a:extLst>
          </p:cNvPr>
          <p:cNvSpPr/>
          <p:nvPr/>
        </p:nvSpPr>
        <p:spPr>
          <a:xfrm>
            <a:off x="94112" y="90012"/>
            <a:ext cx="234188" cy="19952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94A364-1054-4522-AE7D-91FD64A7FB51}"/>
              </a:ext>
            </a:extLst>
          </p:cNvPr>
          <p:cNvSpPr txBox="1"/>
          <p:nvPr/>
        </p:nvSpPr>
        <p:spPr>
          <a:xfrm>
            <a:off x="-3919" y="73219"/>
            <a:ext cx="4302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F9CC4F-246A-43FB-894E-034A81329013}"/>
              </a:ext>
            </a:extLst>
          </p:cNvPr>
          <p:cNvSpPr/>
          <p:nvPr/>
        </p:nvSpPr>
        <p:spPr>
          <a:xfrm>
            <a:off x="1795503" y="1015696"/>
            <a:ext cx="234188" cy="19952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079931-A8D7-482A-95C7-4259A15DB766}"/>
              </a:ext>
            </a:extLst>
          </p:cNvPr>
          <p:cNvSpPr txBox="1"/>
          <p:nvPr/>
        </p:nvSpPr>
        <p:spPr>
          <a:xfrm>
            <a:off x="1760551" y="993608"/>
            <a:ext cx="3266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8572150-ED52-4AFB-9C46-20777999E89A}"/>
              </a:ext>
            </a:extLst>
          </p:cNvPr>
          <p:cNvCxnSpPr>
            <a:cxnSpLocks/>
            <a:endCxn id="221" idx="2"/>
          </p:cNvCxnSpPr>
          <p:nvPr/>
        </p:nvCxnSpPr>
        <p:spPr>
          <a:xfrm flipV="1">
            <a:off x="4861999" y="1270135"/>
            <a:ext cx="0" cy="264851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BDB5ED8-BF9B-47C8-9E83-1ACCB63CF851}"/>
              </a:ext>
            </a:extLst>
          </p:cNvPr>
          <p:cNvCxnSpPr>
            <a:cxnSpLocks/>
            <a:stCxn id="221" idx="0"/>
          </p:cNvCxnSpPr>
          <p:nvPr/>
        </p:nvCxnSpPr>
        <p:spPr>
          <a:xfrm flipV="1">
            <a:off x="4861999" y="313390"/>
            <a:ext cx="0" cy="265609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9BCA7BEA-2CAE-471A-8B67-EA2BC483E87D}"/>
              </a:ext>
            </a:extLst>
          </p:cNvPr>
          <p:cNvSpPr/>
          <p:nvPr/>
        </p:nvSpPr>
        <p:spPr>
          <a:xfrm>
            <a:off x="3966404" y="1021787"/>
            <a:ext cx="234188" cy="19952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7074742-7987-47A5-8522-0F92E76C170C}"/>
              </a:ext>
            </a:extLst>
          </p:cNvPr>
          <p:cNvSpPr txBox="1"/>
          <p:nvPr/>
        </p:nvSpPr>
        <p:spPr>
          <a:xfrm>
            <a:off x="3942131" y="999884"/>
            <a:ext cx="4302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E5C6B354-1875-42C5-A02C-45CAD3F28229}"/>
              </a:ext>
            </a:extLst>
          </p:cNvPr>
          <p:cNvSpPr/>
          <p:nvPr/>
        </p:nvSpPr>
        <p:spPr>
          <a:xfrm>
            <a:off x="6005502" y="478873"/>
            <a:ext cx="2252673" cy="8906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E8EC9DE3-64FB-47D8-BB90-5FE390127FA2}"/>
              </a:ext>
            </a:extLst>
          </p:cNvPr>
          <p:cNvSpPr/>
          <p:nvPr/>
        </p:nvSpPr>
        <p:spPr>
          <a:xfrm>
            <a:off x="6096853" y="545053"/>
            <a:ext cx="2085122" cy="384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Fault Trees, Safety Assurance Cases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3DCC2983-B3B4-46EF-939B-BFEA00BA481E}"/>
              </a:ext>
            </a:extLst>
          </p:cNvPr>
          <p:cNvSpPr/>
          <p:nvPr/>
        </p:nvSpPr>
        <p:spPr>
          <a:xfrm>
            <a:off x="6096853" y="1022885"/>
            <a:ext cx="2085122" cy="2862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Research data sets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83D3E9A-8E2B-4970-A8D4-0F92ABC2BE00}"/>
              </a:ext>
            </a:extLst>
          </p:cNvPr>
          <p:cNvSpPr/>
          <p:nvPr/>
        </p:nvSpPr>
        <p:spPr>
          <a:xfrm>
            <a:off x="6156122" y="660292"/>
            <a:ext cx="234188" cy="19952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6B7DCD-EF06-44E9-A18F-E814E0ACB62E}"/>
              </a:ext>
            </a:extLst>
          </p:cNvPr>
          <p:cNvSpPr txBox="1"/>
          <p:nvPr/>
        </p:nvSpPr>
        <p:spPr>
          <a:xfrm>
            <a:off x="6156122" y="636864"/>
            <a:ext cx="385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85" name="Rectangle: Rounded Corners 284">
            <a:extLst>
              <a:ext uri="{FF2B5EF4-FFF2-40B4-BE49-F238E27FC236}">
                <a16:creationId xmlns:a16="http://schemas.microsoft.com/office/drawing/2014/main" id="{9598B08C-AE29-4AC3-B49D-7449DC39C372}"/>
              </a:ext>
            </a:extLst>
          </p:cNvPr>
          <p:cNvSpPr/>
          <p:nvPr/>
        </p:nvSpPr>
        <p:spPr>
          <a:xfrm>
            <a:off x="6148390" y="1057518"/>
            <a:ext cx="234188" cy="19952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F77465FF-6464-42AB-B256-8E03523AB935}"/>
              </a:ext>
            </a:extLst>
          </p:cNvPr>
          <p:cNvSpPr txBox="1"/>
          <p:nvPr/>
        </p:nvSpPr>
        <p:spPr>
          <a:xfrm>
            <a:off x="6148390" y="1034620"/>
            <a:ext cx="385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76E85A8-C921-4E40-8844-DF0C38683C22}"/>
              </a:ext>
            </a:extLst>
          </p:cNvPr>
          <p:cNvCxnSpPr>
            <a:cxnSpLocks/>
          </p:cNvCxnSpPr>
          <p:nvPr/>
        </p:nvCxnSpPr>
        <p:spPr>
          <a:xfrm flipV="1">
            <a:off x="6961031" y="1845650"/>
            <a:ext cx="0" cy="297463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107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67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Jane Cleland-Huang</dc:creator>
  <cp:lastModifiedBy>Jane Cleland-Huang</cp:lastModifiedBy>
  <cp:revision>11</cp:revision>
  <dcterms:created xsi:type="dcterms:W3CDTF">2020-09-04T15:50:46Z</dcterms:created>
  <dcterms:modified xsi:type="dcterms:W3CDTF">2020-09-14T14:52:51Z</dcterms:modified>
</cp:coreProperties>
</file>