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82"/>
    <p:restoredTop sz="94830"/>
  </p:normalViewPr>
  <p:slideViewPr>
    <p:cSldViewPr snapToGrid="0" snapToObjects="1">
      <p:cViewPr varScale="1">
        <p:scale>
          <a:sx n="83" d="100"/>
          <a:sy n="83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21569" y="8966200"/>
            <a:ext cx="499766" cy="457200"/>
          </a:xfrm>
          <a:prstGeom prst="rect">
            <a:avLst/>
          </a:prstGeom>
        </p:spPr>
        <p:txBody>
          <a:bodyPr/>
          <a:lstStyle>
            <a:lvl1pPr algn="r">
              <a:defRPr sz="2400">
                <a:latin typeface="Lucida Grande"/>
                <a:ea typeface="Lucida Grande"/>
                <a:cs typeface="Lucida Grande"/>
                <a:sym typeface="Lucida Grand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A780-6351-6B43-9410-ECA46895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958B1-7180-C94E-ABCF-810CE298E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DAAE5-5D9B-6942-AD74-92CA0A9D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302A9-3C76-544B-9819-BF4917AF5220}" type="datetimeFigureOut">
              <a:rPr lang="en-US" smtClean="0"/>
              <a:t>11/13/21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8DACA-D5CA-BD4E-B31E-DA2BB5B5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50A65-48A9-AA4C-BD92-0FF122A1A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37911" y="9296400"/>
            <a:ext cx="322204" cy="348813"/>
          </a:xfrm>
        </p:spPr>
        <p:txBody>
          <a:bodyPr/>
          <a:lstStyle/>
          <a:p>
            <a:fld id="{EFA01871-8738-7844-B546-05335C86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1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2" r:id="rId8"/>
    <p:sldLayoutId id="2147483664" r:id="rId9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A1CA20A-46A9-074F-9D86-CF6F3EA25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98" y="44031"/>
            <a:ext cx="9659888" cy="72404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3BBDAB-BA71-CC45-96A4-A083B0C45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479" y="7972244"/>
            <a:ext cx="10972800" cy="127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C673DA-A451-814A-9F5A-9D57F66D3038}"/>
              </a:ext>
            </a:extLst>
          </p:cNvPr>
          <p:cNvSpPr txBox="1"/>
          <p:nvPr/>
        </p:nvSpPr>
        <p:spPr>
          <a:xfrm>
            <a:off x="4967141" y="7276042"/>
            <a:ext cx="2547171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(a) Database Schema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A3083-68B7-0D46-BF57-D844E93609AA}"/>
              </a:ext>
            </a:extLst>
          </p:cNvPr>
          <p:cNvSpPr txBox="1"/>
          <p:nvPr/>
        </p:nvSpPr>
        <p:spPr>
          <a:xfrm>
            <a:off x="3977463" y="9358947"/>
            <a:ext cx="506709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(b) Examp</a:t>
            </a:r>
            <a:r>
              <a:rPr lang="en-US" sz="2000" b="0" dirty="0"/>
              <a:t>le Records from </a:t>
            </a:r>
            <a:r>
              <a:rPr lang="en-US" sz="2000" b="0" dirty="0" err="1"/>
              <a:t>meta_data</a:t>
            </a:r>
            <a:r>
              <a:rPr lang="en-US" sz="2000" b="0" dirty="0"/>
              <a:t> Table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915138-FB3B-5B4E-88C6-825E7A820F54}"/>
              </a:ext>
            </a:extLst>
          </p:cNvPr>
          <p:cNvSpPr/>
          <p:nvPr/>
        </p:nvSpPr>
        <p:spPr>
          <a:xfrm>
            <a:off x="1937288" y="7950909"/>
            <a:ext cx="2154265" cy="201199"/>
          </a:xfrm>
          <a:prstGeom prst="rect">
            <a:avLst/>
          </a:prstGeom>
          <a:noFill/>
          <a:ln w="254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DC5A9A-63BD-D846-918F-3F37D55D6BBE}"/>
              </a:ext>
            </a:extLst>
          </p:cNvPr>
          <p:cNvSpPr/>
          <p:nvPr/>
        </p:nvSpPr>
        <p:spPr>
          <a:xfrm>
            <a:off x="5433876" y="8307363"/>
            <a:ext cx="5414938" cy="199752"/>
          </a:xfrm>
          <a:prstGeom prst="rect">
            <a:avLst/>
          </a:prstGeom>
          <a:noFill/>
          <a:ln w="254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8A04D3-B8FF-894D-8899-528EEC3D0DB1}"/>
              </a:ext>
            </a:extLst>
          </p:cNvPr>
          <p:cNvSpPr/>
          <p:nvPr/>
        </p:nvSpPr>
        <p:spPr>
          <a:xfrm>
            <a:off x="1695700" y="4876800"/>
            <a:ext cx="2209871" cy="1369017"/>
          </a:xfrm>
          <a:prstGeom prst="rect">
            <a:avLst/>
          </a:prstGeom>
          <a:noFill/>
          <a:ln w="254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691F56-1BD6-944B-996D-F854011565F3}"/>
              </a:ext>
            </a:extLst>
          </p:cNvPr>
          <p:cNvSpPr/>
          <p:nvPr/>
        </p:nvSpPr>
        <p:spPr>
          <a:xfrm>
            <a:off x="5593240" y="9016261"/>
            <a:ext cx="1294971" cy="199752"/>
          </a:xfrm>
          <a:prstGeom prst="rect">
            <a:avLst/>
          </a:prstGeom>
          <a:noFill/>
          <a:ln w="254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F57E3D-6C10-994B-945B-7797988A8311}"/>
              </a:ext>
            </a:extLst>
          </p:cNvPr>
          <p:cNvCxnSpPr>
            <a:cxnSpLocks/>
          </p:cNvCxnSpPr>
          <p:nvPr/>
        </p:nvCxnSpPr>
        <p:spPr>
          <a:xfrm>
            <a:off x="3642102" y="6299899"/>
            <a:ext cx="309966" cy="1503893"/>
          </a:xfrm>
          <a:prstGeom prst="straightConnector1">
            <a:avLst/>
          </a:prstGeom>
          <a:noFill/>
          <a:ln w="25400" cap="flat">
            <a:solidFill>
              <a:srgbClr val="C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47EE077-7767-DF47-BBE2-425B4123824B}"/>
              </a:ext>
            </a:extLst>
          </p:cNvPr>
          <p:cNvSpPr/>
          <p:nvPr/>
        </p:nvSpPr>
        <p:spPr>
          <a:xfrm>
            <a:off x="1052779" y="5218783"/>
            <a:ext cx="580935" cy="577056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6F757C5-C628-DD41-B64B-8A398A9FB08C}"/>
              </a:ext>
            </a:extLst>
          </p:cNvPr>
          <p:cNvSpPr/>
          <p:nvPr/>
        </p:nvSpPr>
        <p:spPr>
          <a:xfrm>
            <a:off x="6774478" y="91763"/>
            <a:ext cx="580935" cy="577056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A0D4E9-BD6F-CE4F-A474-F67EC7BE8AD8}"/>
              </a:ext>
            </a:extLst>
          </p:cNvPr>
          <p:cNvSpPr/>
          <p:nvPr/>
        </p:nvSpPr>
        <p:spPr>
          <a:xfrm>
            <a:off x="7682114" y="3808773"/>
            <a:ext cx="580935" cy="577056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C66A95-C25E-8847-83E6-7EA67065015D}"/>
              </a:ext>
            </a:extLst>
          </p:cNvPr>
          <p:cNvSpPr/>
          <p:nvPr/>
        </p:nvSpPr>
        <p:spPr>
          <a:xfrm>
            <a:off x="1052778" y="6531975"/>
            <a:ext cx="580935" cy="577056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2776160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17850</TotalTime>
  <Words>19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Helvetica Light</vt:lpstr>
      <vt:lpstr>Helvetica Neue</vt:lpstr>
      <vt:lpstr>Helvetica Neue Light</vt:lpstr>
      <vt:lpstr>Helvetica Neue Medium</vt:lpstr>
      <vt:lpstr>Lucida Grande</vt:lpstr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Myra Cohen</cp:lastModifiedBy>
  <cp:revision>49</cp:revision>
  <dcterms:modified xsi:type="dcterms:W3CDTF">2021-11-14T19:16:49Z</dcterms:modified>
</cp:coreProperties>
</file>